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</p:sldIdLst>
  <p:sldSz cx="9144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643A429-DFF0-4617-826A-29D20D19AE11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D519828-C375-4B9A-8274-567491B726C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D5E5737-28E1-47AB-BF39-40C8418C0D3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82CED93-B30F-4E36-A2A9-D010C83ABDCE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3442D7B-F4C5-4384-A8E0-D978F84271CD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F52F150-C4C0-4DC2-A1FC-E6650F3CF75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5F56A97-CC2F-4DF9-B16E-03769E89D1E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A2BDDD6-B132-42E8-AB59-43E010F4771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E4B0EAB-E9A6-4E28-A8EC-E5DCD68FF90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B46F83C-C269-413D-BFC8-4013213CB2C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D238C06-9DC9-40B0-922C-EFF453D859A0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618C2AC-1CDD-4BE5-8FB0-1FC2B48C48E3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9332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ctr">
              <a:lnSpc>
                <a:spcPct val="100000"/>
              </a:lnSpc>
              <a:buNone/>
              <a:defRPr b="0" lang="en-HK" sz="1400" spc="-1" strike="noStrike">
                <a:latin typeface="Times New Roman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b="0" lang="en-HK" sz="1400" spc="-1" strike="noStrike">
                <a:latin typeface="Times New Roman"/>
              </a:rPr>
              <a:t> </a:t>
            </a:r>
            <a:endParaRPr b="0" lang="en-HK" sz="1400" spc="-1" strike="noStrike"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C81CC5FD-EF40-44CE-89BE-F26E89960D63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2</a:t>
            </a:fld>
            <a:endParaRPr b="0" lang="en-HK" sz="1200" spc="-1" strike="noStrike"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>
              <a:defRPr b="0" lang="en-HK" sz="1400" spc="-1" strike="noStrike">
                <a:latin typeface="Times New Roman"/>
              </a:defRPr>
            </a:lvl1pPr>
          </a:lstStyle>
          <a:p>
            <a:r>
              <a:rPr b="0" lang="en-HK" sz="1400" spc="-1" strike="noStrike">
                <a:latin typeface="Times New Roman"/>
              </a:rPr>
              <a:t> </a:t>
            </a:r>
            <a:endParaRPr b="0" lang="en-HK" sz="1400" spc="-1" strike="noStrike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HK" sz="4400" spc="-1" strike="noStrike">
                <a:latin typeface="Arial"/>
              </a:rPr>
              <a:t>Click to edit the title text format</a:t>
            </a:r>
            <a:endParaRPr b="0" lang="en-HK" sz="4400" spc="-1" strike="noStrike"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3200" spc="-1" strike="noStrike">
                <a:latin typeface="Arial"/>
              </a:rPr>
              <a:t>Click to edit the outline text format</a:t>
            </a:r>
            <a:endParaRPr b="0" lang="en-HK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HK" sz="2800" spc="-1" strike="noStrike">
                <a:latin typeface="Arial"/>
              </a:rPr>
              <a:t>Second Outline Level</a:t>
            </a:r>
            <a:endParaRPr b="0" lang="en-HK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400" spc="-1" strike="noStrike">
                <a:latin typeface="Arial"/>
              </a:rPr>
              <a:t>Third Outline Level</a:t>
            </a:r>
            <a:endParaRPr b="0" lang="en-HK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HK" sz="2000" spc="-1" strike="noStrike">
                <a:latin typeface="Arial"/>
              </a:rPr>
              <a:t>Fourth Outline Level</a:t>
            </a:r>
            <a:endParaRPr b="0" lang="en-HK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Fifth Outline Level</a:t>
            </a:r>
            <a:endParaRPr b="0" lang="en-HK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Sixth Outline Level</a:t>
            </a:r>
            <a:endParaRPr b="0" lang="en-HK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Seventh Outline Level</a:t>
            </a:r>
            <a:endParaRPr b="0" lang="en-HK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7440" cy="1140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7440" cy="45237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rgbClr val="000000"/>
                </a:solidFill>
                <a:latin typeface="Times New Roman"/>
              </a:rPr>
              <a:t>Lemon juice is a refreshing and tangy beverage made from freshly squeezed lemons. It is rich in vitamin C and provides a burst of citrus flavor.</a:t>
            </a:r>
            <a:endParaRPr b="0" lang="en-HK" sz="3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7440" cy="1140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Times New Roman"/>
              </a:rPr>
              <a:t>Lemon juice</a:t>
            </a:r>
            <a:endParaRPr b="0" lang="en-HK" sz="4400" spc="-1" strike="noStrike">
              <a:latin typeface="Arial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7440" cy="45237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HK" sz="1800" spc="-1" strike="noStrike">
                <a:latin typeface="Arial"/>
              </a:rPr>
              <a:t>Page 1</a:t>
            </a:r>
            <a:endParaRPr b="0" lang="en-HK" sz="1800" spc="-1" strike="noStrike">
              <a:latin typeface="Arial"/>
            </a:endParaRPr>
          </a:p>
        </p:txBody>
      </p:sp>
      <p:graphicFrame>
        <p:nvGraphicFramePr>
          <p:cNvPr id="45" name="Table 3"/>
          <p:cNvGraphicFramePr/>
          <p:nvPr/>
        </p:nvGraphicFramePr>
        <p:xfrm>
          <a:off x="558720" y="2939040"/>
          <a:ext cx="7886160" cy="724320"/>
        </p:xfrm>
        <a:graphic>
          <a:graphicData uri="http://schemas.openxmlformats.org/drawingml/2006/table">
            <a:tbl>
              <a:tblPr/>
              <a:tblGrid>
                <a:gridCol w="2628720"/>
                <a:gridCol w="2628720"/>
                <a:gridCol w="2629080"/>
              </a:tblGrid>
              <a:tr h="3546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Product</a:t>
                      </a:r>
                      <a:endParaRPr b="0" lang="en-HK" sz="18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Price</a:t>
                      </a:r>
                      <a:endParaRPr b="0" lang="en-HK" sz="18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Features</a:t>
                      </a:r>
                      <a:endParaRPr b="0" lang="en-HK" sz="18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4f81bd"/>
                    </a:solidFill>
                  </a:tcPr>
                </a:tc>
              </a:tr>
              <a:tr h="37008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A</a:t>
                      </a:r>
                      <a:endParaRPr b="0" lang="en-HK" sz="18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B</a:t>
                      </a:r>
                      <a:endParaRPr b="0" lang="en-HK" sz="18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C</a:t>
                      </a:r>
                      <a:endParaRPr b="0" lang="en-HK" sz="18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d0d8e7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141</TotalTime>
  <Application>LibreOffice/7.3.7.2$Linux_X86_64 LibreOffice_project/30$Build-2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en-HK</dc:language>
  <cp:lastModifiedBy/>
  <dcterms:modified xsi:type="dcterms:W3CDTF">2025-11-19T15:44:03Z</dcterms:modified>
  <cp:revision>9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