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58BC22-754E-48F3-8577-D58804C324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49585D-9C6B-480A-AE97-460F2F05E0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77163E-DDFF-425B-B026-78C0407049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C6520A-C30B-4BB0-8713-9E99CFCA23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AB28AC-655B-4701-A14D-5B41F3150B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DFBB81-0F22-4579-93E4-1B09BB0AD4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33C406-7B4F-42BA-B020-B61F945DCB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90696B-B970-4678-899F-72F53136F8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6FA272-F828-4D2C-8D7E-FBE724AFA5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BE97C8-E537-4C20-8C22-34F8C79BDA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E00878-703E-43EC-BA0A-EBB8564B27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50E2F4-C322-43D0-90EA-A398179060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8AE5C8-4FCD-4C95-9A15-E51AE92037F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Lemon juice is a refreshing and tangy beverage made from freshly squeezed lemons. It is rich in vitamin C and provides a burst of citrus flavor.</a:t>
            </a:r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Lemon juice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Page 1</a:t>
            </a:r>
            <a:endParaRPr b="0" lang="en-HK" sz="1800" spc="-1" strike="noStrike">
              <a:latin typeface="Arial"/>
            </a:endParaRPr>
          </a:p>
        </p:txBody>
      </p:sp>
      <p:graphicFrame>
        <p:nvGraphicFramePr>
          <p:cNvPr id="45" name="Table 3"/>
          <p:cNvGraphicFramePr/>
          <p:nvPr/>
        </p:nvGraphicFramePr>
        <p:xfrm>
          <a:off x="558720" y="2939040"/>
          <a:ext cx="7886160" cy="72432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54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2025-11-17T19:20:55Z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