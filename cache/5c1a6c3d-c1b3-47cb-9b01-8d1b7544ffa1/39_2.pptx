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png" ContentType="image/png"/>
  <Override PartName="/ppt/media/image4.png" ContentType="image/pn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9299A3-5600-4A54-9ABF-401F7D9C38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8E76BD-6892-4A30-A9AA-9DDC7B1115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C9193E-282F-4748-8469-FB4063F71E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804EE7-33A6-450E-B870-0096EDD999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52DAC3-62E3-40C9-A4A1-070DF945B1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943A07-0D76-49CE-B96F-A986740269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0881D1-3075-4844-9821-E08FAE8C11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0DD9F3-42DC-4C18-949C-198A1AE895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89A418-9BF2-4D34-B102-799EA48DB9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487D78-5949-4249-9B07-110F7B4D54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139847-9D08-4FE2-BCBA-2928446DDA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0175E7-9606-4F72-9D98-47A43B6EAE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HK" sz="24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E5A3498B-27C6-46D9-A7F9-09EBDCCD5DB4}" type="slidenum">
              <a:rPr b="0" lang="en-HK" sz="2400" spc="-1" strike="noStrike">
                <a:latin typeface="Times New Roman"/>
              </a:rPr>
              <a:t>5</a:t>
            </a:fld>
            <a:endParaRPr b="0" lang="en-HK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"/>
          <p:cNvPicPr/>
          <p:nvPr/>
        </p:nvPicPr>
        <p:blipFill>
          <a:blip r:embed="rId1"/>
          <a:srcRect l="15088" t="10753" r="41642" b="16216"/>
          <a:stretch/>
        </p:blipFill>
        <p:spPr>
          <a:xfrm>
            <a:off x="9145800" y="0"/>
            <a:ext cx="9141840" cy="10284840"/>
          </a:xfrm>
          <a:prstGeom prst="rect">
            <a:avLst/>
          </a:prstGeom>
          <a:ln w="0">
            <a:noFill/>
          </a:ln>
        </p:spPr>
      </p:pic>
      <p:grpSp>
        <p:nvGrpSpPr>
          <p:cNvPr id="42" name="Group 3"/>
          <p:cNvGrpSpPr/>
          <p:nvPr/>
        </p:nvGrpSpPr>
        <p:grpSpPr>
          <a:xfrm>
            <a:off x="0" y="1105560"/>
            <a:ext cx="18285840" cy="8666280"/>
            <a:chOff x="0" y="1105560"/>
            <a:chExt cx="18285840" cy="8666280"/>
          </a:xfrm>
        </p:grpSpPr>
        <p:sp>
          <p:nvSpPr>
            <p:cNvPr id="43" name="Freeform 4"/>
            <p:cNvSpPr/>
            <p:nvPr/>
          </p:nvSpPr>
          <p:spPr>
            <a:xfrm>
              <a:off x="0" y="1322640"/>
              <a:ext cx="18285840" cy="8449200"/>
            </a:xfrm>
            <a:custGeom>
              <a:avLst/>
              <a:gdLst/>
              <a:ahLst/>
              <a:rect l="l" t="t" r="r" b="b"/>
              <a:pathLst>
                <a:path w="4816592" h="2225896">
                  <a:moveTo>
                    <a:pt x="0" y="0"/>
                  </a:moveTo>
                  <a:lnTo>
                    <a:pt x="4816592" y="0"/>
                  </a:lnTo>
                  <a:lnTo>
                    <a:pt x="4816592" y="2225896"/>
                  </a:lnTo>
                  <a:lnTo>
                    <a:pt x="0" y="2225896"/>
                  </a:lnTo>
                  <a:close/>
                </a:path>
              </a:pathLst>
            </a:custGeom>
            <a:solidFill>
              <a:srgbClr val="f4ce2c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TextBox 5"/>
            <p:cNvSpPr/>
            <p:nvPr/>
          </p:nvSpPr>
          <p:spPr>
            <a:xfrm>
              <a:off x="0" y="1105560"/>
              <a:ext cx="308376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" name="Group 6"/>
          <p:cNvGrpSpPr/>
          <p:nvPr/>
        </p:nvGrpSpPr>
        <p:grpSpPr>
          <a:xfrm>
            <a:off x="0" y="-217080"/>
            <a:ext cx="9141840" cy="10501920"/>
            <a:chOff x="0" y="-217080"/>
            <a:chExt cx="9141840" cy="10501920"/>
          </a:xfrm>
        </p:grpSpPr>
        <p:sp>
          <p:nvSpPr>
            <p:cNvPr id="46" name="Freeform 7"/>
            <p:cNvSpPr/>
            <p:nvPr/>
          </p:nvSpPr>
          <p:spPr>
            <a:xfrm>
              <a:off x="0" y="0"/>
              <a:ext cx="9141840" cy="1028484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e8e">
                <a:alpha val="9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TextBox 8"/>
            <p:cNvSpPr/>
            <p:nvPr/>
          </p:nvSpPr>
          <p:spPr>
            <a:xfrm>
              <a:off x="0" y="-217080"/>
              <a:ext cx="308412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" name="Group 9"/>
          <p:cNvGrpSpPr/>
          <p:nvPr/>
        </p:nvGrpSpPr>
        <p:grpSpPr>
          <a:xfrm>
            <a:off x="1028880" y="7041600"/>
            <a:ext cx="4774680" cy="3264840"/>
            <a:chOff x="1028880" y="7041600"/>
            <a:chExt cx="4774680" cy="3264840"/>
          </a:xfrm>
        </p:grpSpPr>
        <p:sp>
          <p:nvSpPr>
            <p:cNvPr id="49" name="Freeform 10"/>
            <p:cNvSpPr/>
            <p:nvPr/>
          </p:nvSpPr>
          <p:spPr>
            <a:xfrm>
              <a:off x="1028880" y="7222320"/>
              <a:ext cx="4774680" cy="513720"/>
            </a:xfrm>
            <a:custGeom>
              <a:avLst/>
              <a:gdLst/>
              <a:ahLst/>
              <a:rect l="l" t="t" r="r" b="b"/>
              <a:pathLst>
                <a:path w="1258134" h="135828">
                  <a:moveTo>
                    <a:pt x="0" y="0"/>
                  </a:moveTo>
                  <a:lnTo>
                    <a:pt x="1258134" y="0"/>
                  </a:lnTo>
                  <a:lnTo>
                    <a:pt x="1258134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TextBox 11"/>
            <p:cNvSpPr/>
            <p:nvPr/>
          </p:nvSpPr>
          <p:spPr>
            <a:xfrm>
              <a:off x="1028880" y="7041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359"/>
                </a:lnSpc>
                <a:buNone/>
              </a:pPr>
              <a:r>
                <a:rPr b="0" lang="en-US" sz="2400" spc="-1" strike="noStrike">
                  <a:solidFill>
                    <a:srgbClr val="004e8e"/>
                  </a:solidFill>
                  <a:latin typeface="Open Sauce SemiBold Bold"/>
                  <a:ea typeface="DejaVu Sans"/>
                </a:rPr>
                <a:t>BUSINESS AND CORPORATE</a:t>
              </a:r>
              <a:endParaRPr b="0" lang="en-HK" sz="2400" spc="-1" strike="noStrike">
                <a:latin typeface="Arial"/>
              </a:endParaRPr>
            </a:p>
          </p:txBody>
        </p:sp>
      </p:grpSp>
      <p:grpSp>
        <p:nvGrpSpPr>
          <p:cNvPr id="51" name="Group 12"/>
          <p:cNvGrpSpPr/>
          <p:nvPr/>
        </p:nvGrpSpPr>
        <p:grpSpPr>
          <a:xfrm>
            <a:off x="7358040" y="9077400"/>
            <a:ext cx="3570120" cy="3264840"/>
            <a:chOff x="7358040" y="9077400"/>
            <a:chExt cx="3570120" cy="3264840"/>
          </a:xfrm>
        </p:grpSpPr>
        <p:sp>
          <p:nvSpPr>
            <p:cNvPr id="52" name="Freeform 13"/>
            <p:cNvSpPr/>
            <p:nvPr/>
          </p:nvSpPr>
          <p:spPr>
            <a:xfrm>
              <a:off x="7358040" y="925848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TextBox 14"/>
            <p:cNvSpPr/>
            <p:nvPr/>
          </p:nvSpPr>
          <p:spPr>
            <a:xfrm>
              <a:off x="7358040" y="90774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4" name="Group 15"/>
          <p:cNvGrpSpPr/>
          <p:nvPr/>
        </p:nvGrpSpPr>
        <p:grpSpPr>
          <a:xfrm>
            <a:off x="0" y="1141920"/>
            <a:ext cx="1783800" cy="3264840"/>
            <a:chOff x="0" y="1141920"/>
            <a:chExt cx="1783800" cy="3264840"/>
          </a:xfrm>
        </p:grpSpPr>
        <p:sp>
          <p:nvSpPr>
            <p:cNvPr id="55" name="Freeform 16"/>
            <p:cNvSpPr/>
            <p:nvPr/>
          </p:nvSpPr>
          <p:spPr>
            <a:xfrm>
              <a:off x="0" y="1322640"/>
              <a:ext cx="178380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TextBox 17"/>
            <p:cNvSpPr/>
            <p:nvPr/>
          </p:nvSpPr>
          <p:spPr>
            <a:xfrm>
              <a:off x="0" y="1141920"/>
              <a:ext cx="154080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" name="TextBox 18"/>
          <p:cNvSpPr/>
          <p:nvPr/>
        </p:nvSpPr>
        <p:spPr>
          <a:xfrm>
            <a:off x="1020240" y="2396520"/>
            <a:ext cx="623340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500"/>
              </a:lnSpc>
              <a:buNone/>
            </a:pPr>
            <a:r>
              <a:rPr b="0" lang="en-US" sz="4400" spc="-1" strike="noStrike" u="sng">
                <a:solidFill>
                  <a:srgbClr val="ffffff"/>
                </a:solidFill>
                <a:uFillTx/>
                <a:latin typeface="Open Sans Bold"/>
                <a:ea typeface="DejaVu Sans"/>
              </a:rPr>
              <a:t>Business Infographic Template </a:t>
            </a:r>
            <a:endParaRPr b="1" lang="en-HK" sz="4400" spc="-1" strike="noStrike" u="sng"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3"/>
          <p:cNvSpPr/>
          <p:nvPr/>
        </p:nvSpPr>
        <p:spPr>
          <a:xfrm>
            <a:off x="7903080" y="0"/>
            <a:ext cx="10382760" cy="10284840"/>
          </a:xfrm>
          <a:custGeom>
            <a:avLst/>
            <a:gdLst/>
            <a:ahLst/>
            <a:rect l="l" t="t" r="r" b="b"/>
            <a:pathLst>
              <a:path w="2735158" h="2709333">
                <a:moveTo>
                  <a:pt x="0" y="0"/>
                </a:moveTo>
                <a:lnTo>
                  <a:pt x="2735158" y="0"/>
                </a:lnTo>
                <a:lnTo>
                  <a:pt x="2735158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4e8e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4"/>
          <p:cNvSpPr/>
          <p:nvPr/>
        </p:nvSpPr>
        <p:spPr>
          <a:xfrm>
            <a:off x="7903080" y="-217080"/>
            <a:ext cx="3084120" cy="33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0" name="Group 5"/>
          <p:cNvGrpSpPr/>
          <p:nvPr/>
        </p:nvGrpSpPr>
        <p:grpSpPr>
          <a:xfrm>
            <a:off x="9524880" y="8561880"/>
            <a:ext cx="5256000" cy="3264840"/>
            <a:chOff x="9524880" y="8561880"/>
            <a:chExt cx="5256000" cy="3264840"/>
          </a:xfrm>
        </p:grpSpPr>
        <p:sp>
          <p:nvSpPr>
            <p:cNvPr id="61" name="Freeform 6"/>
            <p:cNvSpPr/>
            <p:nvPr/>
          </p:nvSpPr>
          <p:spPr>
            <a:xfrm>
              <a:off x="9524880" y="874260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TextBox 7"/>
            <p:cNvSpPr/>
            <p:nvPr/>
          </p:nvSpPr>
          <p:spPr>
            <a:xfrm>
              <a:off x="9524880" y="8561880"/>
              <a:ext cx="525600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63" name="Picture 8" descr=""/>
          <p:cNvPicPr/>
          <p:nvPr/>
        </p:nvPicPr>
        <p:blipFill>
          <a:blip r:embed="rId1"/>
          <a:srcRect l="194" t="13605" r="194" b="0"/>
          <a:stretch/>
        </p:blipFill>
        <p:spPr>
          <a:xfrm>
            <a:off x="0" y="0"/>
            <a:ext cx="7900920" cy="10284840"/>
          </a:xfrm>
          <a:prstGeom prst="rect">
            <a:avLst/>
          </a:prstGeom>
          <a:ln w="0">
            <a:noFill/>
          </a:ln>
        </p:spPr>
      </p:pic>
      <p:sp>
        <p:nvSpPr>
          <p:cNvPr id="64" name="TextBox 9"/>
          <p:cNvSpPr/>
          <p:nvPr/>
        </p:nvSpPr>
        <p:spPr>
          <a:xfrm>
            <a:off x="9524880" y="1866960"/>
            <a:ext cx="7597800" cy="17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959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Open Sans Bold"/>
                <a:ea typeface="DejaVu Sans"/>
              </a:rPr>
              <a:t>Hello &amp; welcome to presentation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9524880" y="4290480"/>
            <a:ext cx="46432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59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Noto Sans"/>
                <a:ea typeface="DejaVu Sans"/>
              </a:rPr>
              <a:t>WELCOME MESSAGE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9524880" y="4903560"/>
            <a:ext cx="57841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081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Noto Sans"/>
                <a:ea typeface="DejaVu Sans"/>
              </a:rPr>
              <a:t>Presentations are communication tools that can be used as demonstrations, lectures, speeches, reports, and more. It is mostly presented before an audience. </a:t>
            </a:r>
            <a:endParaRPr b="0" lang="en-HK" sz="2200" spc="-1" strike="noStrike"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9517320" y="8742600"/>
            <a:ext cx="3570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3359"/>
              </a:lnSpc>
              <a:buNone/>
            </a:pPr>
            <a:r>
              <a:rPr b="0" lang="en-US" sz="1800" spc="-1" strike="noStrike">
                <a:solidFill>
                  <a:srgbClr val="008000"/>
                </a:solidFill>
                <a:latin typeface="Open Sauce SemiBold Bold"/>
                <a:ea typeface="DejaVu Sans"/>
              </a:rPr>
              <a:t>LETS GET STARTED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"/>
          <p:cNvGrpSpPr/>
          <p:nvPr/>
        </p:nvGrpSpPr>
        <p:grpSpPr>
          <a:xfrm>
            <a:off x="0" y="-217080"/>
            <a:ext cx="18285840" cy="3610800"/>
            <a:chOff x="0" y="-217080"/>
            <a:chExt cx="18285840" cy="3610800"/>
          </a:xfrm>
        </p:grpSpPr>
        <p:sp>
          <p:nvSpPr>
            <p:cNvPr id="69" name="Freeform 3"/>
            <p:cNvSpPr/>
            <p:nvPr/>
          </p:nvSpPr>
          <p:spPr>
            <a:xfrm>
              <a:off x="0" y="0"/>
              <a:ext cx="18285840" cy="3393720"/>
            </a:xfrm>
            <a:custGeom>
              <a:avLst/>
              <a:gdLst/>
              <a:ahLst/>
              <a:rect l="l" t="t" r="r" b="b"/>
              <a:pathLst>
                <a:path w="4816592" h="894404">
                  <a:moveTo>
                    <a:pt x="0" y="0"/>
                  </a:moveTo>
                  <a:lnTo>
                    <a:pt x="4816592" y="0"/>
                  </a:lnTo>
                  <a:lnTo>
                    <a:pt x="4816592" y="894404"/>
                  </a:lnTo>
                  <a:lnTo>
                    <a:pt x="0" y="894404"/>
                  </a:lnTo>
                  <a:close/>
                </a:path>
              </a:pathLst>
            </a:custGeom>
            <a:solidFill>
              <a:srgbClr val="004e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TextBox 4"/>
            <p:cNvSpPr/>
            <p:nvPr/>
          </p:nvSpPr>
          <p:spPr>
            <a:xfrm>
              <a:off x="0" y="-217080"/>
              <a:ext cx="308376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1" name="TextBox 5"/>
          <p:cNvSpPr/>
          <p:nvPr/>
        </p:nvSpPr>
        <p:spPr>
          <a:xfrm>
            <a:off x="2915640" y="1415520"/>
            <a:ext cx="1245456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959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Open Sans Bold"/>
                <a:ea typeface="DejaVu Sans"/>
              </a:rPr>
              <a:t>How to use this presentation</a:t>
            </a:r>
            <a:endParaRPr b="0" lang="en-HK" sz="6000" spc="-1" strike="noStrike">
              <a:latin typeface="Arial"/>
            </a:endParaRPr>
          </a:p>
        </p:txBody>
      </p:sp>
      <p:grpSp>
        <p:nvGrpSpPr>
          <p:cNvPr id="72" name="Group 6"/>
          <p:cNvGrpSpPr/>
          <p:nvPr/>
        </p:nvGrpSpPr>
        <p:grpSpPr>
          <a:xfrm>
            <a:off x="2364840" y="3258360"/>
            <a:ext cx="2259360" cy="2391840"/>
            <a:chOff x="2364840" y="3258360"/>
            <a:chExt cx="2259360" cy="2391840"/>
          </a:xfrm>
        </p:grpSpPr>
        <p:sp>
          <p:nvSpPr>
            <p:cNvPr id="73" name="Freeform 7"/>
            <p:cNvSpPr/>
            <p:nvPr/>
          </p:nvSpPr>
          <p:spPr>
            <a:xfrm>
              <a:off x="2364840" y="3390840"/>
              <a:ext cx="2259360" cy="1968480"/>
            </a:xfrm>
            <a:custGeom>
              <a:avLst/>
              <a:gdLst/>
              <a:ahLst/>
              <a:rect l="l" t="t" r="r" b="b"/>
              <a:pathLst>
                <a:path w="812800" h="708273">
                  <a:moveTo>
                    <a:pt x="0" y="0"/>
                  </a:moveTo>
                  <a:lnTo>
                    <a:pt x="812800" y="0"/>
                  </a:lnTo>
                  <a:lnTo>
                    <a:pt x="812800" y="708273"/>
                  </a:lnTo>
                  <a:lnTo>
                    <a:pt x="0" y="708273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TextBox 8"/>
            <p:cNvSpPr/>
            <p:nvPr/>
          </p:nvSpPr>
          <p:spPr>
            <a:xfrm>
              <a:off x="2364840" y="3258360"/>
              <a:ext cx="2259360" cy="239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75" name="Picture 9" descr=""/>
          <p:cNvPicPr/>
          <p:nvPr/>
        </p:nvPicPr>
        <p:blipFill>
          <a:blip r:embed="rId1"/>
          <a:stretch/>
        </p:blipFill>
        <p:spPr>
          <a:xfrm>
            <a:off x="3037680" y="3794040"/>
            <a:ext cx="913680" cy="1180440"/>
          </a:xfrm>
          <a:prstGeom prst="rect">
            <a:avLst/>
          </a:prstGeom>
          <a:ln w="0">
            <a:noFill/>
          </a:ln>
        </p:spPr>
      </p:pic>
      <p:grpSp>
        <p:nvGrpSpPr>
          <p:cNvPr id="76" name="Group 10"/>
          <p:cNvGrpSpPr/>
          <p:nvPr/>
        </p:nvGrpSpPr>
        <p:grpSpPr>
          <a:xfrm>
            <a:off x="8013240" y="3258360"/>
            <a:ext cx="2259360" cy="2391840"/>
            <a:chOff x="8013240" y="3258360"/>
            <a:chExt cx="2259360" cy="2391840"/>
          </a:xfrm>
        </p:grpSpPr>
        <p:sp>
          <p:nvSpPr>
            <p:cNvPr id="77" name="Freeform 11"/>
            <p:cNvSpPr/>
            <p:nvPr/>
          </p:nvSpPr>
          <p:spPr>
            <a:xfrm>
              <a:off x="8013240" y="3390840"/>
              <a:ext cx="2259360" cy="1968480"/>
            </a:xfrm>
            <a:custGeom>
              <a:avLst/>
              <a:gdLst/>
              <a:ahLst/>
              <a:rect l="l" t="t" r="r" b="b"/>
              <a:pathLst>
                <a:path w="812800" h="708273">
                  <a:moveTo>
                    <a:pt x="0" y="0"/>
                  </a:moveTo>
                  <a:lnTo>
                    <a:pt x="812800" y="0"/>
                  </a:lnTo>
                  <a:lnTo>
                    <a:pt x="812800" y="708273"/>
                  </a:lnTo>
                  <a:lnTo>
                    <a:pt x="0" y="708273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TextBox 12"/>
            <p:cNvSpPr/>
            <p:nvPr/>
          </p:nvSpPr>
          <p:spPr>
            <a:xfrm>
              <a:off x="8013240" y="3258360"/>
              <a:ext cx="2259360" cy="239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79" name="Picture 13" descr=""/>
          <p:cNvPicPr/>
          <p:nvPr/>
        </p:nvPicPr>
        <p:blipFill>
          <a:blip r:embed="rId2"/>
          <a:stretch/>
        </p:blipFill>
        <p:spPr>
          <a:xfrm>
            <a:off x="8552880" y="3794040"/>
            <a:ext cx="1180440" cy="1180440"/>
          </a:xfrm>
          <a:prstGeom prst="rect">
            <a:avLst/>
          </a:prstGeom>
          <a:ln w="0">
            <a:noFill/>
          </a:ln>
        </p:spPr>
      </p:pic>
      <p:grpSp>
        <p:nvGrpSpPr>
          <p:cNvPr id="80" name="Group 14"/>
          <p:cNvGrpSpPr/>
          <p:nvPr/>
        </p:nvGrpSpPr>
        <p:grpSpPr>
          <a:xfrm>
            <a:off x="13643640" y="3258360"/>
            <a:ext cx="2259360" cy="2391840"/>
            <a:chOff x="13643640" y="3258360"/>
            <a:chExt cx="2259360" cy="2391840"/>
          </a:xfrm>
        </p:grpSpPr>
        <p:sp>
          <p:nvSpPr>
            <p:cNvPr id="81" name="Freeform 15"/>
            <p:cNvSpPr/>
            <p:nvPr/>
          </p:nvSpPr>
          <p:spPr>
            <a:xfrm>
              <a:off x="13643640" y="3390840"/>
              <a:ext cx="2259360" cy="1968480"/>
            </a:xfrm>
            <a:custGeom>
              <a:avLst/>
              <a:gdLst/>
              <a:ahLst/>
              <a:rect l="l" t="t" r="r" b="b"/>
              <a:pathLst>
                <a:path w="812800" h="708273">
                  <a:moveTo>
                    <a:pt x="0" y="0"/>
                  </a:moveTo>
                  <a:lnTo>
                    <a:pt x="812800" y="0"/>
                  </a:lnTo>
                  <a:lnTo>
                    <a:pt x="812800" y="708273"/>
                  </a:lnTo>
                  <a:lnTo>
                    <a:pt x="0" y="708273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TextBox 16"/>
            <p:cNvSpPr/>
            <p:nvPr/>
          </p:nvSpPr>
          <p:spPr>
            <a:xfrm>
              <a:off x="13643640" y="3258360"/>
              <a:ext cx="2259360" cy="239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83" name="Picture 17" descr=""/>
          <p:cNvPicPr/>
          <p:nvPr/>
        </p:nvPicPr>
        <p:blipFill>
          <a:blip r:embed="rId3"/>
          <a:stretch/>
        </p:blipFill>
        <p:spPr>
          <a:xfrm>
            <a:off x="14259600" y="3911400"/>
            <a:ext cx="1027800" cy="945360"/>
          </a:xfrm>
          <a:prstGeom prst="rect">
            <a:avLst/>
          </a:prstGeom>
          <a:ln w="0">
            <a:noFill/>
          </a:ln>
        </p:spPr>
      </p:pic>
      <p:grpSp>
        <p:nvGrpSpPr>
          <p:cNvPr id="84" name="Group 18"/>
          <p:cNvGrpSpPr/>
          <p:nvPr/>
        </p:nvGrpSpPr>
        <p:grpSpPr>
          <a:xfrm>
            <a:off x="1952640" y="6022800"/>
            <a:ext cx="3084120" cy="550440"/>
            <a:chOff x="1952640" y="6022800"/>
            <a:chExt cx="3084120" cy="550440"/>
          </a:xfrm>
        </p:grpSpPr>
        <p:sp>
          <p:nvSpPr>
            <p:cNvPr id="85" name="Freeform 19"/>
            <p:cNvSpPr/>
            <p:nvPr/>
          </p:nvSpPr>
          <p:spPr>
            <a:xfrm>
              <a:off x="1952640" y="6022800"/>
              <a:ext cx="3084120" cy="550440"/>
            </a:xfrm>
            <a:custGeom>
              <a:avLst/>
              <a:gdLst/>
              <a:ah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TextBox 20"/>
            <p:cNvSpPr/>
            <p:nvPr/>
          </p:nvSpPr>
          <p:spPr>
            <a:xfrm>
              <a:off x="1952640" y="6022800"/>
              <a:ext cx="3084120" cy="5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359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353839"/>
                  </a:solidFill>
                  <a:latin typeface="Open Sauce SemiBold Bold"/>
                  <a:ea typeface="DejaVu Sans"/>
                </a:rPr>
                <a:t>GOOGLE SLIDES</a:t>
              </a:r>
              <a:endParaRPr b="0" lang="en-HK" sz="2400" spc="-1" strike="noStrike">
                <a:latin typeface="Arial"/>
              </a:endParaRPr>
            </a:p>
          </p:txBody>
        </p:sp>
      </p:grpSp>
      <p:grpSp>
        <p:nvGrpSpPr>
          <p:cNvPr id="87" name="Group 21"/>
          <p:cNvGrpSpPr/>
          <p:nvPr/>
        </p:nvGrpSpPr>
        <p:grpSpPr>
          <a:xfrm>
            <a:off x="7601040" y="6022800"/>
            <a:ext cx="3084120" cy="550440"/>
            <a:chOff x="7601040" y="6022800"/>
            <a:chExt cx="3084120" cy="550440"/>
          </a:xfrm>
        </p:grpSpPr>
        <p:sp>
          <p:nvSpPr>
            <p:cNvPr id="88" name="Freeform 22"/>
            <p:cNvSpPr/>
            <p:nvPr/>
          </p:nvSpPr>
          <p:spPr>
            <a:xfrm>
              <a:off x="7601040" y="6022800"/>
              <a:ext cx="3084120" cy="550440"/>
            </a:xfrm>
            <a:custGeom>
              <a:avLst/>
              <a:gdLst/>
              <a:ah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TextBox 23"/>
            <p:cNvSpPr/>
            <p:nvPr/>
          </p:nvSpPr>
          <p:spPr>
            <a:xfrm>
              <a:off x="7601040" y="6022800"/>
              <a:ext cx="3084120" cy="5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359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353839"/>
                  </a:solidFill>
                  <a:latin typeface="Open Sauce SemiBold Bold"/>
                  <a:ea typeface="DejaVu Sans"/>
                </a:rPr>
                <a:t>POWERPOINT</a:t>
              </a:r>
              <a:endParaRPr b="0" lang="en-HK" sz="2400" spc="-1" strike="noStrike">
                <a:latin typeface="Arial"/>
              </a:endParaRPr>
            </a:p>
          </p:txBody>
        </p:sp>
      </p:grpSp>
      <p:grpSp>
        <p:nvGrpSpPr>
          <p:cNvPr id="90" name="Group 24"/>
          <p:cNvGrpSpPr/>
          <p:nvPr/>
        </p:nvGrpSpPr>
        <p:grpSpPr>
          <a:xfrm>
            <a:off x="13231440" y="6022800"/>
            <a:ext cx="3084120" cy="550440"/>
            <a:chOff x="13231440" y="6022800"/>
            <a:chExt cx="3084120" cy="550440"/>
          </a:xfrm>
        </p:grpSpPr>
        <p:sp>
          <p:nvSpPr>
            <p:cNvPr id="91" name="Freeform 25"/>
            <p:cNvSpPr/>
            <p:nvPr/>
          </p:nvSpPr>
          <p:spPr>
            <a:xfrm>
              <a:off x="13231440" y="6022800"/>
              <a:ext cx="3084120" cy="550440"/>
            </a:xfrm>
            <a:custGeom>
              <a:avLst/>
              <a:gdLst/>
              <a:ah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TextBox 26"/>
            <p:cNvSpPr/>
            <p:nvPr/>
          </p:nvSpPr>
          <p:spPr>
            <a:xfrm>
              <a:off x="13231440" y="6022800"/>
              <a:ext cx="3084120" cy="5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ts val="3359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353839"/>
                  </a:solidFill>
                  <a:latin typeface="Open Sauce SemiBold Bold"/>
                  <a:ea typeface="DejaVu Sans"/>
                </a:rPr>
                <a:t>CANVA</a:t>
              </a:r>
              <a:endParaRPr b="0" lang="en-HK" sz="2400" spc="-1" strike="noStrike">
                <a:latin typeface="Arial"/>
              </a:endParaRPr>
            </a:p>
          </p:txBody>
        </p:sp>
      </p:grpSp>
      <p:sp>
        <p:nvSpPr>
          <p:cNvPr id="93" name="TextBox 27"/>
          <p:cNvSpPr/>
          <p:nvPr/>
        </p:nvSpPr>
        <p:spPr>
          <a:xfrm>
            <a:off x="7058880" y="6903360"/>
            <a:ext cx="4113720" cy="22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ato"/>
                <a:ea typeface="DejaVu Sans"/>
              </a:rPr>
              <a:t>Click on the "PowerPoint" button below this presentation preview. </a:t>
            </a:r>
            <a:endParaRPr b="0" lang="en-HK" sz="2100" spc="-1" strike="noStrike">
              <a:latin typeface="Arial"/>
            </a:endParaRPr>
          </a:p>
          <a:p>
            <a:pPr algn="ctr">
              <a:lnSpc>
                <a:spcPts val="294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ato"/>
                <a:ea typeface="DejaVu Sans"/>
              </a:rPr>
              <a:t>Start editing your presentation.</a:t>
            </a:r>
            <a:endParaRPr b="0" lang="en-HK" sz="2100" spc="-1" strike="noStrike">
              <a:latin typeface="Arial"/>
            </a:endParaRPr>
          </a:p>
          <a:p>
            <a:pPr algn="ctr">
              <a:lnSpc>
                <a:spcPts val="294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ato"/>
                <a:ea typeface="DejaVu Sans"/>
              </a:rPr>
              <a:t>Download and install the fonts used in this presentation as listed on page 21. </a:t>
            </a:r>
            <a:endParaRPr b="0" lang="en-HK" sz="2100" spc="-1" strike="noStrike">
              <a:latin typeface="Arial"/>
            </a:endParaRPr>
          </a:p>
        </p:txBody>
      </p:sp>
      <p:sp>
        <p:nvSpPr>
          <p:cNvPr id="94" name="TextBox 28"/>
          <p:cNvSpPr/>
          <p:nvPr/>
        </p:nvSpPr>
        <p:spPr>
          <a:xfrm>
            <a:off x="1650960" y="6908760"/>
            <a:ext cx="3758400" cy="22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ato"/>
                <a:ea typeface="DejaVu Sans"/>
              </a:rPr>
              <a:t>Click on the "Google Slides" button below this presentation preview.  Click on "Make a copy." Start editing your presentation. You need to sign in to your Google account.</a:t>
            </a:r>
            <a:endParaRPr b="0" lang="en-HK" sz="2100" spc="-1" strike="noStrike">
              <a:latin typeface="Arial"/>
            </a:endParaRPr>
          </a:p>
        </p:txBody>
      </p:sp>
      <p:sp>
        <p:nvSpPr>
          <p:cNvPr id="95" name="TextBox 29"/>
          <p:cNvSpPr/>
          <p:nvPr/>
        </p:nvSpPr>
        <p:spPr>
          <a:xfrm>
            <a:off x="12876480" y="6903360"/>
            <a:ext cx="3793680" cy="18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ato"/>
                <a:ea typeface="DejaVu Sans"/>
              </a:rPr>
              <a:t>Click on the "Canva" button under this presentation preview. Start editing your presentation. You need to sign in to your Canva account.</a:t>
            </a:r>
            <a:endParaRPr b="0" lang="en-HK" sz="2100" spc="-1" strike="noStrike">
              <a:latin typeface="Arial"/>
            </a:endParaRPr>
          </a:p>
        </p:txBody>
      </p:sp>
      <p:grpSp>
        <p:nvGrpSpPr>
          <p:cNvPr id="96" name="Group 30"/>
          <p:cNvGrpSpPr/>
          <p:nvPr/>
        </p:nvGrpSpPr>
        <p:grpSpPr>
          <a:xfrm>
            <a:off x="0" y="275040"/>
            <a:ext cx="3570120" cy="3264840"/>
            <a:chOff x="0" y="275040"/>
            <a:chExt cx="3570120" cy="3264840"/>
          </a:xfrm>
        </p:grpSpPr>
        <p:sp>
          <p:nvSpPr>
            <p:cNvPr id="97" name="Freeform 31"/>
            <p:cNvSpPr/>
            <p:nvPr/>
          </p:nvSpPr>
          <p:spPr>
            <a:xfrm>
              <a:off x="0" y="45576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TextBox 32"/>
            <p:cNvSpPr/>
            <p:nvPr/>
          </p:nvSpPr>
          <p:spPr>
            <a:xfrm>
              <a:off x="0" y="27504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2" descr=""/>
          <p:cNvPicPr/>
          <p:nvPr/>
        </p:nvPicPr>
        <p:blipFill>
          <a:blip r:embed="rId1"/>
          <a:srcRect l="67" t="28592" r="41413" b="0"/>
          <a:stretch/>
        </p:blipFill>
        <p:spPr>
          <a:xfrm>
            <a:off x="7048440" y="0"/>
            <a:ext cx="11237400" cy="10284840"/>
          </a:xfrm>
          <a:prstGeom prst="rect">
            <a:avLst/>
          </a:prstGeom>
          <a:ln w="0">
            <a:noFill/>
          </a:ln>
        </p:spPr>
      </p:pic>
      <p:grpSp>
        <p:nvGrpSpPr>
          <p:cNvPr id="100" name="Group 3"/>
          <p:cNvGrpSpPr/>
          <p:nvPr/>
        </p:nvGrpSpPr>
        <p:grpSpPr>
          <a:xfrm>
            <a:off x="7048440" y="-217080"/>
            <a:ext cx="11237400" cy="10501920"/>
            <a:chOff x="7048440" y="-217080"/>
            <a:chExt cx="11237400" cy="10501920"/>
          </a:xfrm>
        </p:grpSpPr>
        <p:sp>
          <p:nvSpPr>
            <p:cNvPr id="101" name="Freeform 4"/>
            <p:cNvSpPr/>
            <p:nvPr/>
          </p:nvSpPr>
          <p:spPr>
            <a:xfrm>
              <a:off x="7048440" y="0"/>
              <a:ext cx="11237400" cy="10284840"/>
            </a:xfrm>
            <a:custGeom>
              <a:avLst/>
              <a:gdLst/>
              <a:ahLst/>
              <a:rect l="l" t="t" r="r" b="b"/>
              <a:pathLst>
                <a:path w="2113321" h="2709333">
                  <a:moveTo>
                    <a:pt x="0" y="0"/>
                  </a:moveTo>
                  <a:lnTo>
                    <a:pt x="2113321" y="0"/>
                  </a:lnTo>
                  <a:lnTo>
                    <a:pt x="21133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e8e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TextBox 5"/>
            <p:cNvSpPr/>
            <p:nvPr/>
          </p:nvSpPr>
          <p:spPr>
            <a:xfrm>
              <a:off x="7048440" y="-217080"/>
              <a:ext cx="432072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3" name="Group 6"/>
          <p:cNvGrpSpPr/>
          <p:nvPr/>
        </p:nvGrpSpPr>
        <p:grpSpPr>
          <a:xfrm>
            <a:off x="0" y="754560"/>
            <a:ext cx="7046280" cy="8559000"/>
            <a:chOff x="0" y="754560"/>
            <a:chExt cx="7046280" cy="8559000"/>
          </a:xfrm>
        </p:grpSpPr>
        <p:sp>
          <p:nvSpPr>
            <p:cNvPr id="104" name="Freeform 7"/>
            <p:cNvSpPr/>
            <p:nvPr/>
          </p:nvSpPr>
          <p:spPr>
            <a:xfrm>
              <a:off x="0" y="971640"/>
              <a:ext cx="7046280" cy="8341920"/>
            </a:xfrm>
            <a:custGeom>
              <a:avLst/>
              <a:gdLst/>
              <a:ahLst/>
              <a:rect l="l" t="t" r="r" b="b"/>
              <a:pathLst>
                <a:path w="1856373" h="2197570">
                  <a:moveTo>
                    <a:pt x="0" y="0"/>
                  </a:moveTo>
                  <a:lnTo>
                    <a:pt x="1856373" y="0"/>
                  </a:lnTo>
                  <a:lnTo>
                    <a:pt x="1856373" y="2197570"/>
                  </a:lnTo>
                  <a:lnTo>
                    <a:pt x="0" y="2197570"/>
                  </a:lnTo>
                  <a:close/>
                </a:path>
              </a:pathLst>
            </a:custGeom>
            <a:solidFill>
              <a:srgbClr val="004e8e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TextBox 8"/>
            <p:cNvSpPr/>
            <p:nvPr/>
          </p:nvSpPr>
          <p:spPr>
            <a:xfrm>
              <a:off x="0" y="754560"/>
              <a:ext cx="308412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" name="Group 9"/>
          <p:cNvGrpSpPr/>
          <p:nvPr/>
        </p:nvGrpSpPr>
        <p:grpSpPr>
          <a:xfrm>
            <a:off x="7048440" y="754560"/>
            <a:ext cx="11237400" cy="8559000"/>
            <a:chOff x="7048440" y="754560"/>
            <a:chExt cx="11237400" cy="8559000"/>
          </a:xfrm>
        </p:grpSpPr>
        <p:sp>
          <p:nvSpPr>
            <p:cNvPr id="107" name="Freeform 10"/>
            <p:cNvSpPr/>
            <p:nvPr/>
          </p:nvSpPr>
          <p:spPr>
            <a:xfrm>
              <a:off x="7048440" y="971640"/>
              <a:ext cx="11237400" cy="8341920"/>
            </a:xfrm>
            <a:custGeom>
              <a:avLst/>
              <a:gdLst/>
              <a:ahLst/>
              <a:rect l="l" t="t" r="r" b="b"/>
              <a:pathLst>
                <a:path w="2960219" h="2197570">
                  <a:moveTo>
                    <a:pt x="0" y="0"/>
                  </a:moveTo>
                  <a:lnTo>
                    <a:pt x="2960219" y="0"/>
                  </a:lnTo>
                  <a:lnTo>
                    <a:pt x="2960219" y="2197570"/>
                  </a:lnTo>
                  <a:lnTo>
                    <a:pt x="0" y="2197570"/>
                  </a:lnTo>
                  <a:close/>
                </a:path>
              </a:pathLst>
            </a:custGeom>
            <a:solidFill>
              <a:srgbClr val="004e8e">
                <a:alpha val="6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TextBox 11"/>
            <p:cNvSpPr/>
            <p:nvPr/>
          </p:nvSpPr>
          <p:spPr>
            <a:xfrm>
              <a:off x="7048440" y="754560"/>
              <a:ext cx="308412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Group 12"/>
          <p:cNvGrpSpPr/>
          <p:nvPr/>
        </p:nvGrpSpPr>
        <p:grpSpPr>
          <a:xfrm>
            <a:off x="0" y="9134640"/>
            <a:ext cx="3570120" cy="3264840"/>
            <a:chOff x="0" y="9134640"/>
            <a:chExt cx="3570120" cy="3264840"/>
          </a:xfrm>
        </p:grpSpPr>
        <p:sp>
          <p:nvSpPr>
            <p:cNvPr id="110" name="Freeform 13"/>
            <p:cNvSpPr/>
            <p:nvPr/>
          </p:nvSpPr>
          <p:spPr>
            <a:xfrm>
              <a:off x="0" y="931536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TextBox 14"/>
            <p:cNvSpPr/>
            <p:nvPr/>
          </p:nvSpPr>
          <p:spPr>
            <a:xfrm>
              <a:off x="0" y="913464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2" name="Group 15"/>
          <p:cNvGrpSpPr/>
          <p:nvPr/>
        </p:nvGrpSpPr>
        <p:grpSpPr>
          <a:xfrm>
            <a:off x="14715720" y="275040"/>
            <a:ext cx="3570120" cy="3264840"/>
            <a:chOff x="14715720" y="275040"/>
            <a:chExt cx="3570120" cy="3264840"/>
          </a:xfrm>
        </p:grpSpPr>
        <p:sp>
          <p:nvSpPr>
            <p:cNvPr id="113" name="Freeform 16"/>
            <p:cNvSpPr/>
            <p:nvPr/>
          </p:nvSpPr>
          <p:spPr>
            <a:xfrm>
              <a:off x="14715720" y="45576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TextBox 17"/>
            <p:cNvSpPr/>
            <p:nvPr/>
          </p:nvSpPr>
          <p:spPr>
            <a:xfrm>
              <a:off x="14715720" y="27504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5" name="Group 18"/>
          <p:cNvGrpSpPr/>
          <p:nvPr/>
        </p:nvGrpSpPr>
        <p:grpSpPr>
          <a:xfrm>
            <a:off x="1028880" y="2121840"/>
            <a:ext cx="16228440" cy="6104520"/>
            <a:chOff x="1028880" y="2121840"/>
            <a:chExt cx="16228440" cy="6104520"/>
          </a:xfrm>
        </p:grpSpPr>
        <p:sp>
          <p:nvSpPr>
            <p:cNvPr id="116" name="TextBox 19"/>
            <p:cNvSpPr/>
            <p:nvPr/>
          </p:nvSpPr>
          <p:spPr>
            <a:xfrm>
              <a:off x="1028880" y="2121840"/>
              <a:ext cx="16228440" cy="176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6959"/>
                </a:lnSpc>
                <a:buNone/>
                <a:tabLst>
                  <a:tab algn="l" pos="0"/>
                </a:tabLst>
              </a:pPr>
              <a:r>
                <a:rPr b="0" lang="en-US" sz="6000" spc="-1" strike="noStrike">
                  <a:solidFill>
                    <a:srgbClr val="ffffff"/>
                  </a:solidFill>
                  <a:latin typeface="Open Sans Bold"/>
                  <a:ea typeface="DejaVu Sans"/>
                </a:rPr>
                <a:t>Add an</a:t>
              </a:r>
              <a:endParaRPr b="0" lang="en-HK" sz="6000" spc="-1" strike="noStrike">
                <a:latin typeface="Arial"/>
              </a:endParaRPr>
            </a:p>
            <a:p>
              <a:pPr>
                <a:lnSpc>
                  <a:spcPts val="6959"/>
                </a:lnSpc>
                <a:buNone/>
                <a:tabLst>
                  <a:tab algn="l" pos="0"/>
                </a:tabLst>
              </a:pPr>
              <a:r>
                <a:rPr b="0" lang="en-US" sz="6000" spc="-1" strike="noStrike">
                  <a:solidFill>
                    <a:srgbClr val="ffffff"/>
                  </a:solidFill>
                  <a:latin typeface="Open Sans Bold"/>
                  <a:ea typeface="DejaVu Sans"/>
                </a:rPr>
                <a:t>Agenda Page</a:t>
              </a:r>
              <a:endParaRPr b="0" lang="en-HK" sz="6000" spc="-1" strike="noStrike">
                <a:latin typeface="Arial"/>
              </a:endParaRPr>
            </a:p>
          </p:txBody>
        </p:sp>
        <p:sp>
          <p:nvSpPr>
            <p:cNvPr id="117" name="TextBox 20"/>
            <p:cNvSpPr/>
            <p:nvPr/>
          </p:nvSpPr>
          <p:spPr>
            <a:xfrm>
              <a:off x="1028880" y="461484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18" name="TextBox 21"/>
            <p:cNvSpPr/>
            <p:nvPr/>
          </p:nvSpPr>
          <p:spPr>
            <a:xfrm>
              <a:off x="1028880" y="588888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19" name="TextBox 22"/>
            <p:cNvSpPr/>
            <p:nvPr/>
          </p:nvSpPr>
          <p:spPr>
            <a:xfrm>
              <a:off x="1028880" y="716292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20" name="TextBox 23"/>
            <p:cNvSpPr/>
            <p:nvPr/>
          </p:nvSpPr>
          <p:spPr>
            <a:xfrm>
              <a:off x="1028880" y="525168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21" name="TextBox 24"/>
            <p:cNvSpPr/>
            <p:nvPr/>
          </p:nvSpPr>
          <p:spPr>
            <a:xfrm>
              <a:off x="1028880" y="652572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22" name="TextBox 25"/>
            <p:cNvSpPr/>
            <p:nvPr/>
          </p:nvSpPr>
          <p:spPr>
            <a:xfrm>
              <a:off x="1028880" y="7800120"/>
              <a:ext cx="9154440" cy="42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18040" indent="-259200">
                <a:lnSpc>
                  <a:spcPts val="3359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400" spc="-1" strike="noStrike">
                  <a:solidFill>
                    <a:srgbClr val="ffffff"/>
                  </a:solidFill>
                  <a:latin typeface="Noto Sans Bold"/>
                  <a:ea typeface="DejaVu Sans"/>
                </a:rPr>
                <a:t>WRITE AN AGENDA HERE.</a:t>
              </a:r>
              <a:endParaRPr b="0" lang="en-HK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"/>
          <p:cNvPicPr/>
          <p:nvPr/>
        </p:nvPicPr>
        <p:blipFill>
          <a:blip r:embed="rId1"/>
          <a:srcRect l="0" t="0" r="41472" b="0"/>
          <a:stretch/>
        </p:blipFill>
        <p:spPr>
          <a:xfrm>
            <a:off x="0" y="0"/>
            <a:ext cx="8021880" cy="10284840"/>
          </a:xfrm>
          <a:prstGeom prst="rect">
            <a:avLst/>
          </a:prstGeom>
          <a:ln w="0">
            <a:noFill/>
          </a:ln>
        </p:spPr>
      </p:pic>
      <p:grpSp>
        <p:nvGrpSpPr>
          <p:cNvPr id="124" name="Group 3"/>
          <p:cNvGrpSpPr/>
          <p:nvPr/>
        </p:nvGrpSpPr>
        <p:grpSpPr>
          <a:xfrm>
            <a:off x="0" y="-217080"/>
            <a:ext cx="8021880" cy="10501920"/>
            <a:chOff x="0" y="-217080"/>
            <a:chExt cx="8021880" cy="10501920"/>
          </a:xfrm>
        </p:grpSpPr>
        <p:sp>
          <p:nvSpPr>
            <p:cNvPr id="125" name="Freeform 4"/>
            <p:cNvSpPr/>
            <p:nvPr/>
          </p:nvSpPr>
          <p:spPr>
            <a:xfrm>
              <a:off x="0" y="0"/>
              <a:ext cx="8021880" cy="10284840"/>
            </a:xfrm>
            <a:custGeom>
              <a:avLst/>
              <a:gdLst/>
              <a:ahLst/>
              <a:rect l="l" t="t" r="r" b="b"/>
              <a:pathLst>
                <a:path w="2113321" h="2709333">
                  <a:moveTo>
                    <a:pt x="0" y="0"/>
                  </a:moveTo>
                  <a:lnTo>
                    <a:pt x="2113321" y="0"/>
                  </a:lnTo>
                  <a:lnTo>
                    <a:pt x="21133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e8e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TextBox 5"/>
            <p:cNvSpPr/>
            <p:nvPr/>
          </p:nvSpPr>
          <p:spPr>
            <a:xfrm>
              <a:off x="0" y="-217080"/>
              <a:ext cx="308412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7" name="Group 6"/>
          <p:cNvGrpSpPr/>
          <p:nvPr/>
        </p:nvGrpSpPr>
        <p:grpSpPr>
          <a:xfrm>
            <a:off x="0" y="697320"/>
            <a:ext cx="8635680" cy="8559000"/>
            <a:chOff x="0" y="697320"/>
            <a:chExt cx="8635680" cy="8559000"/>
          </a:xfrm>
        </p:grpSpPr>
        <p:sp>
          <p:nvSpPr>
            <p:cNvPr id="128" name="Freeform 7"/>
            <p:cNvSpPr/>
            <p:nvPr/>
          </p:nvSpPr>
          <p:spPr>
            <a:xfrm>
              <a:off x="0" y="914400"/>
              <a:ext cx="8635680" cy="8341920"/>
            </a:xfrm>
            <a:custGeom>
              <a:avLst/>
              <a:gdLst/>
              <a:ahLst/>
              <a:rect l="l" t="t" r="r" b="b"/>
              <a:pathLst>
                <a:path w="2275016" h="2197570">
                  <a:moveTo>
                    <a:pt x="0" y="0"/>
                  </a:moveTo>
                  <a:lnTo>
                    <a:pt x="2275016" y="0"/>
                  </a:lnTo>
                  <a:lnTo>
                    <a:pt x="2275016" y="2197570"/>
                  </a:lnTo>
                  <a:lnTo>
                    <a:pt x="0" y="2197570"/>
                  </a:lnTo>
                  <a:close/>
                </a:path>
              </a:pathLst>
            </a:custGeom>
            <a:solidFill>
              <a:srgbClr val="004e8e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TextBox 8"/>
            <p:cNvSpPr/>
            <p:nvPr/>
          </p:nvSpPr>
          <p:spPr>
            <a:xfrm>
              <a:off x="0" y="697320"/>
              <a:ext cx="308376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Group 9"/>
          <p:cNvGrpSpPr/>
          <p:nvPr/>
        </p:nvGrpSpPr>
        <p:grpSpPr>
          <a:xfrm>
            <a:off x="0" y="9077400"/>
            <a:ext cx="3570120" cy="3264840"/>
            <a:chOff x="0" y="9077400"/>
            <a:chExt cx="3570120" cy="3264840"/>
          </a:xfrm>
        </p:grpSpPr>
        <p:sp>
          <p:nvSpPr>
            <p:cNvPr id="131" name="Freeform 10"/>
            <p:cNvSpPr/>
            <p:nvPr/>
          </p:nvSpPr>
          <p:spPr>
            <a:xfrm>
              <a:off x="0" y="9258480"/>
              <a:ext cx="3570120" cy="513720"/>
            </a:xfrm>
            <a:custGeom>
              <a:avLst/>
              <a:gdLst/>
              <a:ahLst/>
              <a:rect l="l" t="t" r="r" b="b"/>
              <a:pathLst>
                <a:path w="940800" h="135828">
                  <a:moveTo>
                    <a:pt x="0" y="0"/>
                  </a:moveTo>
                  <a:lnTo>
                    <a:pt x="940800" y="0"/>
                  </a:lnTo>
                  <a:lnTo>
                    <a:pt x="940800" y="135828"/>
                  </a:lnTo>
                  <a:lnTo>
                    <a:pt x="0" y="135828"/>
                  </a:lnTo>
                  <a:close/>
                </a:path>
              </a:pathLst>
            </a:custGeom>
            <a:solidFill>
              <a:srgbClr val="f4ce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TextBox 11"/>
            <p:cNvSpPr/>
            <p:nvPr/>
          </p:nvSpPr>
          <p:spPr>
            <a:xfrm>
              <a:off x="0" y="90774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3" name="Group 12"/>
          <p:cNvGrpSpPr/>
          <p:nvPr/>
        </p:nvGrpSpPr>
        <p:grpSpPr>
          <a:xfrm>
            <a:off x="10464120" y="1558800"/>
            <a:ext cx="6793200" cy="7562520"/>
            <a:chOff x="10464120" y="1558800"/>
            <a:chExt cx="6793200" cy="7562520"/>
          </a:xfrm>
        </p:grpSpPr>
        <p:sp>
          <p:nvSpPr>
            <p:cNvPr id="134" name="TextBox 13"/>
            <p:cNvSpPr/>
            <p:nvPr/>
          </p:nvSpPr>
          <p:spPr>
            <a:xfrm>
              <a:off x="11365200" y="8345520"/>
              <a:ext cx="786960" cy="77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Item 1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35" name="TextBox 14"/>
            <p:cNvSpPr/>
            <p:nvPr/>
          </p:nvSpPr>
          <p:spPr>
            <a:xfrm>
              <a:off x="12587400" y="8345520"/>
              <a:ext cx="786960" cy="77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Item 2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36" name="TextBox 15"/>
            <p:cNvSpPr/>
            <p:nvPr/>
          </p:nvSpPr>
          <p:spPr>
            <a:xfrm>
              <a:off x="13809600" y="8345520"/>
              <a:ext cx="786960" cy="77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Item 3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37" name="TextBox 16"/>
            <p:cNvSpPr/>
            <p:nvPr/>
          </p:nvSpPr>
          <p:spPr>
            <a:xfrm>
              <a:off x="15031440" y="8345520"/>
              <a:ext cx="786960" cy="77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Item 4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38" name="TextBox 17"/>
            <p:cNvSpPr/>
            <p:nvPr/>
          </p:nvSpPr>
          <p:spPr>
            <a:xfrm>
              <a:off x="16253640" y="8345520"/>
              <a:ext cx="786960" cy="77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Item 5</a:t>
              </a:r>
              <a:endParaRPr b="0" lang="en-HK" sz="2180" spc="-1" strike="noStrike">
                <a:latin typeface="Arial"/>
              </a:endParaRPr>
            </a:p>
          </p:txBody>
        </p:sp>
        <p:grpSp>
          <p:nvGrpSpPr>
            <p:cNvPr id="139" name="Group 18"/>
            <p:cNvGrpSpPr/>
            <p:nvPr/>
          </p:nvGrpSpPr>
          <p:grpSpPr>
            <a:xfrm>
              <a:off x="11148840" y="1746000"/>
              <a:ext cx="6108480" cy="6491880"/>
              <a:chOff x="11148840" y="1746000"/>
              <a:chExt cx="6108480" cy="6491880"/>
            </a:xfrm>
          </p:grpSpPr>
          <p:sp>
            <p:nvSpPr>
              <p:cNvPr id="140" name="Freeform 19"/>
              <p:cNvSpPr/>
              <p:nvPr/>
            </p:nvSpPr>
            <p:spPr>
              <a:xfrm>
                <a:off x="11148840" y="174600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1" name="Freeform 20"/>
              <p:cNvSpPr/>
              <p:nvPr/>
            </p:nvSpPr>
            <p:spPr>
              <a:xfrm>
                <a:off x="11148840" y="304308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2" name="Freeform 21"/>
              <p:cNvSpPr/>
              <p:nvPr/>
            </p:nvSpPr>
            <p:spPr>
              <a:xfrm>
                <a:off x="11148840" y="434016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3" name="Freeform 22"/>
              <p:cNvSpPr/>
              <p:nvPr/>
            </p:nvSpPr>
            <p:spPr>
              <a:xfrm>
                <a:off x="11148840" y="563724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4" name="Freeform 23"/>
              <p:cNvSpPr/>
              <p:nvPr/>
            </p:nvSpPr>
            <p:spPr>
              <a:xfrm>
                <a:off x="11148840" y="693432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5" name="Freeform 24"/>
              <p:cNvSpPr/>
              <p:nvPr/>
            </p:nvSpPr>
            <p:spPr>
              <a:xfrm>
                <a:off x="11148840" y="8231400"/>
                <a:ext cx="6108480" cy="6480"/>
              </a:xfrm>
              <a:custGeom>
                <a:avLst/>
                <a:gdLst/>
                <a:ahLst/>
                <a:rect l="l" t="t" r="r" b="b"/>
                <a:pathLst>
                  <a:path w="8966215" h="12700">
                    <a:moveTo>
                      <a:pt x="0" y="0"/>
                    </a:moveTo>
                    <a:lnTo>
                      <a:pt x="8966215" y="0"/>
                    </a:lnTo>
                    <a:lnTo>
                      <a:pt x="896621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6" name="TextBox 25"/>
            <p:cNvSpPr/>
            <p:nvPr/>
          </p:nvSpPr>
          <p:spPr>
            <a:xfrm>
              <a:off x="10464120" y="1558800"/>
              <a:ext cx="54396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125 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47" name="TextBox 26"/>
            <p:cNvSpPr/>
            <p:nvPr/>
          </p:nvSpPr>
          <p:spPr>
            <a:xfrm>
              <a:off x="10464120" y="2855880"/>
              <a:ext cx="54396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100 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48" name="TextBox 27"/>
            <p:cNvSpPr/>
            <p:nvPr/>
          </p:nvSpPr>
          <p:spPr>
            <a:xfrm>
              <a:off x="10622160" y="4152960"/>
              <a:ext cx="38592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75 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49" name="TextBox 28"/>
            <p:cNvSpPr/>
            <p:nvPr/>
          </p:nvSpPr>
          <p:spPr>
            <a:xfrm>
              <a:off x="10622160" y="5450040"/>
              <a:ext cx="38592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50 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50" name="TextBox 29"/>
            <p:cNvSpPr/>
            <p:nvPr/>
          </p:nvSpPr>
          <p:spPr>
            <a:xfrm>
              <a:off x="10622160" y="6747120"/>
              <a:ext cx="38592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25 </a:t>
              </a:r>
              <a:endParaRPr b="0" lang="en-HK" sz="2180" spc="-1" strike="noStrike">
                <a:latin typeface="Arial"/>
              </a:endParaRPr>
            </a:p>
          </p:txBody>
        </p:sp>
        <p:sp>
          <p:nvSpPr>
            <p:cNvPr id="151" name="TextBox 30"/>
            <p:cNvSpPr/>
            <p:nvPr/>
          </p:nvSpPr>
          <p:spPr>
            <a:xfrm>
              <a:off x="10780200" y="8044200"/>
              <a:ext cx="22788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>
                <a:lnSpc>
                  <a:spcPts val="3056"/>
                </a:lnSpc>
                <a:buNone/>
              </a:pPr>
              <a:r>
                <a:rPr b="0" lang="en-US" sz="2180" spc="-1" strike="noStrike">
                  <a:solidFill>
                    <a:srgbClr val="000000"/>
                  </a:solidFill>
                  <a:latin typeface="Open Sans Light"/>
                  <a:ea typeface="DejaVu Sans"/>
                </a:rPr>
                <a:t>0 </a:t>
              </a:r>
              <a:endParaRPr b="0" lang="en-HK" sz="2180" spc="-1" strike="noStrike">
                <a:latin typeface="Arial"/>
              </a:endParaRPr>
            </a:p>
          </p:txBody>
        </p:sp>
        <p:grpSp>
          <p:nvGrpSpPr>
            <p:cNvPr id="152" name="Group 31"/>
            <p:cNvGrpSpPr/>
            <p:nvPr/>
          </p:nvGrpSpPr>
          <p:grpSpPr>
            <a:xfrm>
              <a:off x="11759760" y="1802160"/>
              <a:ext cx="4886280" cy="6431400"/>
              <a:chOff x="11759760" y="1802160"/>
              <a:chExt cx="4886280" cy="6431400"/>
            </a:xfrm>
          </p:grpSpPr>
          <p:sp>
            <p:nvSpPr>
              <p:cNvPr id="153" name="Freeform 32"/>
              <p:cNvSpPr/>
              <p:nvPr/>
            </p:nvSpPr>
            <p:spPr>
              <a:xfrm>
                <a:off x="11759760" y="1802160"/>
                <a:ext cx="4886280" cy="6431400"/>
              </a:xfrm>
              <a:custGeom>
                <a:avLst/>
                <a:gdLst/>
                <a:ahLst/>
                <a:rect l="l" t="t" r="r" b="b"/>
                <a:pathLst>
                  <a:path w="7172971" h="9440120">
                    <a:moveTo>
                      <a:pt x="0" y="9440120"/>
                    </a:moveTo>
                    <a:lnTo>
                      <a:pt x="0" y="7156220"/>
                    </a:lnTo>
                    <a:lnTo>
                      <a:pt x="1793243" y="5938140"/>
                    </a:lnTo>
                    <a:lnTo>
                      <a:pt x="3586486" y="3121330"/>
                    </a:lnTo>
                    <a:lnTo>
                      <a:pt x="5379729" y="2969070"/>
                    </a:lnTo>
                    <a:lnTo>
                      <a:pt x="7172972" y="0"/>
                    </a:lnTo>
                    <a:lnTo>
                      <a:pt x="7172972" y="9440120"/>
                    </a:lnTo>
                    <a:close/>
                  </a:path>
                </a:pathLst>
              </a:custGeom>
              <a:solidFill>
                <a:srgbClr val="35383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Freeform 33"/>
              <p:cNvSpPr/>
              <p:nvPr/>
            </p:nvSpPr>
            <p:spPr>
              <a:xfrm>
                <a:off x="11759760" y="3981240"/>
                <a:ext cx="4886280" cy="4252320"/>
              </a:xfrm>
              <a:custGeom>
                <a:avLst/>
                <a:gdLst/>
                <a:ahLst/>
                <a:rect l="l" t="t" r="r" b="b"/>
                <a:pathLst>
                  <a:path w="7172971" h="6242660">
                    <a:moveTo>
                      <a:pt x="0" y="6242660"/>
                    </a:moveTo>
                    <a:lnTo>
                      <a:pt x="0" y="5329100"/>
                    </a:lnTo>
                    <a:lnTo>
                      <a:pt x="1793243" y="5024580"/>
                    </a:lnTo>
                    <a:lnTo>
                      <a:pt x="3586486" y="1827120"/>
                    </a:lnTo>
                    <a:lnTo>
                      <a:pt x="5379729" y="2816810"/>
                    </a:lnTo>
                    <a:lnTo>
                      <a:pt x="7172972" y="0"/>
                    </a:lnTo>
                    <a:lnTo>
                      <a:pt x="7172972" y="6242660"/>
                    </a:lnTo>
                    <a:close/>
                  </a:path>
                </a:pathLst>
              </a:custGeom>
              <a:solidFill>
                <a:srgbClr val="004e8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5" name="Freeform 34"/>
              <p:cNvSpPr/>
              <p:nvPr/>
            </p:nvSpPr>
            <p:spPr>
              <a:xfrm>
                <a:off x="11759760" y="6264000"/>
                <a:ext cx="4886280" cy="1969560"/>
              </a:xfrm>
              <a:custGeom>
                <a:avLst/>
                <a:gdLst/>
                <a:ahLst/>
                <a:rect l="l" t="t" r="r" b="b"/>
                <a:pathLst>
                  <a:path w="7172971" h="2892940">
                    <a:moveTo>
                      <a:pt x="0" y="2892940"/>
                    </a:moveTo>
                    <a:lnTo>
                      <a:pt x="0" y="2892940"/>
                    </a:lnTo>
                    <a:lnTo>
                      <a:pt x="1793243" y="1979380"/>
                    </a:lnTo>
                    <a:lnTo>
                      <a:pt x="3586486" y="0"/>
                    </a:lnTo>
                    <a:lnTo>
                      <a:pt x="5379729" y="609040"/>
                    </a:lnTo>
                    <a:lnTo>
                      <a:pt x="7172972" y="456780"/>
                    </a:lnTo>
                    <a:lnTo>
                      <a:pt x="7172972" y="2892940"/>
                    </a:lnTo>
                    <a:close/>
                  </a:path>
                </a:pathLst>
              </a:custGeom>
              <a:solidFill>
                <a:srgbClr val="f4ce2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56" name="TextBox 35"/>
          <p:cNvSpPr/>
          <p:nvPr/>
        </p:nvSpPr>
        <p:spPr>
          <a:xfrm>
            <a:off x="1028880" y="3813120"/>
            <a:ext cx="5737680" cy="14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01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Noto Sans"/>
                <a:ea typeface="DejaVu Sans"/>
              </a:rPr>
              <a:t>Presentations are communication tools that can be used as demonstrations. Presentations are communication tools that can be used as demonstrations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57" name="TextBox 36"/>
          <p:cNvSpPr/>
          <p:nvPr/>
        </p:nvSpPr>
        <p:spPr>
          <a:xfrm>
            <a:off x="1028880" y="3283560"/>
            <a:ext cx="573768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220"/>
              </a:lnSpc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Lato Bold"/>
                <a:ea typeface="DejaVu Sans"/>
              </a:rPr>
              <a:t>Scenario 1</a:t>
            </a:r>
            <a:endParaRPr b="0" lang="en-HK" sz="2300" spc="-1" strike="noStrike">
              <a:latin typeface="Arial"/>
            </a:endParaRPr>
          </a:p>
        </p:txBody>
      </p:sp>
      <p:sp>
        <p:nvSpPr>
          <p:cNvPr id="158" name="TextBox 37"/>
          <p:cNvSpPr/>
          <p:nvPr/>
        </p:nvSpPr>
        <p:spPr>
          <a:xfrm>
            <a:off x="1028880" y="1057320"/>
            <a:ext cx="6775560" cy="17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959"/>
              </a:lnSpc>
              <a:buNone/>
            </a:pPr>
            <a:r>
              <a:rPr b="0" lang="en-US" sz="6000" spc="-1" strike="noStrike">
                <a:solidFill>
                  <a:srgbClr val="ffffff"/>
                </a:solidFill>
                <a:latin typeface="Open Sans Bold"/>
                <a:ea typeface="DejaVu Sans"/>
              </a:rPr>
              <a:t>Infographic</a:t>
            </a:r>
            <a:endParaRPr b="0" lang="en-HK" sz="6000" spc="-1" strike="noStrike">
              <a:latin typeface="Arial"/>
            </a:endParaRPr>
          </a:p>
          <a:p>
            <a:pPr>
              <a:lnSpc>
                <a:spcPts val="6959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Open Sans Bold"/>
                <a:ea typeface="DejaVu Sans"/>
              </a:rPr>
              <a:t>Slide Report</a:t>
            </a:r>
            <a:endParaRPr b="0" lang="en-HK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6252</Words>
  <Paragraphs>511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2023-07-18T20:27:50Z</dcterms:created>
  <dc:creator>Korisnik</dc:creator>
  <dc:description/>
  <dc:language>en-HK</dc:language>
  <cp:lastModifiedBy/>
  <dcterms:modified xsi:type="dcterms:W3CDTF">2025-11-18T15:54:54Z</dcterms:modified>
  <cp:revision>11</cp:revision>
  <dc:subject/>
  <dc:title>Blue and Yellow Business Infographic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C17D79C14D9451FFC6F5B664E446B92F_42</vt:lpwstr>
  </property>
  <property fmtid="{D5CDD505-2E9C-101B-9397-08002B2CF9AE}" pid="3" name="KSOProductBuildVer">
    <vt:lpwstr>2052-5.5.1.7991</vt:lpwstr>
  </property>
  <property fmtid="{D5CDD505-2E9C-101B-9397-08002B2CF9AE}" pid="4" name="Notes">
    <vt:i4>1</vt:i4>
  </property>
  <property fmtid="{D5CDD505-2E9C-101B-9397-08002B2CF9AE}" pid="5" name="PresentationFormat">
    <vt:lpwstr>Custom</vt:lpwstr>
  </property>
  <property fmtid="{D5CDD505-2E9C-101B-9397-08002B2CF9AE}" pid="6" name="Slides">
    <vt:i4>22</vt:i4>
  </property>
</Properties>
</file>