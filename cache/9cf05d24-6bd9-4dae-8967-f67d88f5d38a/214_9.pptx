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rts/chart2.xml" ContentType="application/vnd.openxmlformats-officedocument.drawingml.chart+xml"/>
  <Override PartName="/ppt/media/image1.png" ContentType="image/png"/>
  <Override PartName="/ppt/presProps.xml" ContentType="application/vnd.openxmlformats-officedocument.presentationml.presProps+xml"/>
  <Override PartName="/ppt/slides/slide1.xml" ContentType="application/vnd.openxmlformats-officedocument.presentationml.slide+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presProps" Target="presProps.xml"/>
</Relationships>
</file>

<file path=ppt/charts/chart2.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1" sz="2160" spc="-1" strike="noStrike">
                <a:solidFill>
                  <a:srgbClr val="000000"/>
                </a:solidFill>
                <a:latin typeface="Calibri"/>
                <a:ea typeface="DejaVu Sans"/>
              </a:defRPr>
            </a:pPr>
            <a:r>
              <a:rPr b="1" sz="2160" spc="-1" strike="noStrike">
                <a:solidFill>
                  <a:srgbClr val="000000"/>
                </a:solidFill>
                <a:latin typeface="Calibri"/>
                <a:ea typeface="DejaVu Sans"/>
              </a:rPr>
              <a:t>Cooker Type Popularity</a:t>
            </a:r>
          </a:p>
        </c:rich>
      </c:tx>
      <c:overlay val="0"/>
      <c:spPr>
        <a:noFill/>
        <a:ln w="0">
          <a:noFill/>
        </a:ln>
      </c:spPr>
    </c:title>
    <c:autoTitleDeleted val="0"/>
    <c:plotArea>
      <c:pieChart>
        <c:varyColors val="1"/>
        <c:ser>
          <c:idx val="0"/>
          <c:order val="0"/>
          <c:tx>
            <c:strRef>
              <c:f>label 0</c:f>
              <c:strCache>
                <c:ptCount val="1"/>
                <c:pt idx="0">
                  <c:v>Stovetop</c:v>
                </c:pt>
              </c:strCache>
            </c:strRef>
          </c:tx>
          <c:spPr>
            <a:solidFill>
              <a:srgbClr val="4f81bd"/>
            </a:solidFill>
            <a:ln w="0">
              <a:noFill/>
            </a:ln>
          </c:spPr>
          <c:explosion val="0"/>
          <c:dPt>
            <c:idx val="0"/>
            <c:spPr>
              <a:solidFill>
                <a:srgbClr val="4f81bd"/>
              </a:solidFill>
              <a:ln w="0">
                <a:noFill/>
              </a:ln>
            </c:spPr>
          </c:dPt>
          <c:dPt>
            <c:idx val="1"/>
            <c:spPr>
              <a:solidFill>
                <a:srgbClr val="c0504d"/>
              </a:solidFill>
              <a:ln w="0">
                <a:noFill/>
              </a:ln>
            </c:spPr>
          </c:dPt>
          <c:dPt>
            <c:idx val="2"/>
            <c:spPr>
              <a:solidFill>
                <a:srgbClr val="9bbb59"/>
              </a:solidFill>
              <a:ln w="0">
                <a:noFill/>
              </a:ln>
            </c:spPr>
          </c:dPt>
          <c:dPt>
            <c:idx val="3"/>
            <c:spPr>
              <a:solidFill>
                <a:srgbClr val="8064a2"/>
              </a:solidFill>
              <a:ln w="0">
                <a:noFill/>
              </a:ln>
            </c:spPr>
          </c:dPt>
          <c:dPt>
            <c:idx val="4"/>
            <c:spPr>
              <a:solidFill>
                <a:srgbClr val="4bacc6"/>
              </a:solidFill>
              <a:ln w="0">
                <a:noFill/>
              </a:ln>
            </c:spPr>
          </c:dPt>
          <c:dLbls>
            <c:dLbl>
              <c:idx val="0"/>
              <c:txPr>
                <a:bodyPr wrap="none"/>
                <a:lstStyle/>
                <a:p>
                  <a:pPr>
                    <a:defRPr b="0" sz="1000" spc="-1" strike="noStrike">
                      <a:solidFill>
                        <a:srgbClr val="000000"/>
                      </a:solidFill>
                      <a:latin typeface="Arial"/>
                      <a:ea typeface="DejaVu Sans"/>
                    </a:defRPr>
                  </a:pPr>
                </a:p>
              </c:txPr>
              <c:dLblPos val="bestFit"/>
              <c:showLegendKey val="0"/>
              <c:showVal val="0"/>
              <c:showCatName val="0"/>
              <c:showSerName val="0"/>
              <c:showPercent val="0"/>
              <c:separator> </c:separator>
            </c:dLbl>
            <c:dLbl>
              <c:idx val="1"/>
              <c:txPr>
                <a:bodyPr wrap="none"/>
                <a:lstStyle/>
                <a:p>
                  <a:pPr>
                    <a:defRPr b="0" sz="1000" spc="-1" strike="noStrike">
                      <a:solidFill>
                        <a:srgbClr val="000000"/>
                      </a:solidFill>
                      <a:latin typeface="Arial"/>
                      <a:ea typeface="DejaVu Sans"/>
                    </a:defRPr>
                  </a:pPr>
                </a:p>
              </c:txPr>
              <c:dLblPos val="bestFit"/>
              <c:showLegendKey val="0"/>
              <c:showVal val="0"/>
              <c:showCatName val="0"/>
              <c:showSerName val="0"/>
              <c:showPercent val="0"/>
              <c:separator> </c:separator>
            </c:dLbl>
            <c:dLbl>
              <c:idx val="2"/>
              <c:txPr>
                <a:bodyPr wrap="none"/>
                <a:lstStyle/>
                <a:p>
                  <a:pPr>
                    <a:defRPr b="0" sz="1000" spc="-1" strike="noStrike">
                      <a:solidFill>
                        <a:srgbClr val="000000"/>
                      </a:solidFill>
                      <a:latin typeface="Arial"/>
                      <a:ea typeface="DejaVu Sans"/>
                    </a:defRPr>
                  </a:pPr>
                </a:p>
              </c:txPr>
              <c:dLblPos val="bestFit"/>
              <c:showLegendKey val="0"/>
              <c:showVal val="0"/>
              <c:showCatName val="0"/>
              <c:showSerName val="0"/>
              <c:showPercent val="0"/>
              <c:separator> </c:separator>
            </c:dLbl>
            <c:dLbl>
              <c:idx val="3"/>
              <c:txPr>
                <a:bodyPr wrap="none"/>
                <a:lstStyle/>
                <a:p>
                  <a:pPr>
                    <a:defRPr b="0" sz="1000" spc="-1" strike="noStrike">
                      <a:solidFill>
                        <a:srgbClr val="000000"/>
                      </a:solidFill>
                      <a:latin typeface="Arial"/>
                      <a:ea typeface="DejaVu Sans"/>
                    </a:defRPr>
                  </a:pPr>
                </a:p>
              </c:txPr>
              <c:dLblPos val="bestFit"/>
              <c:showLegendKey val="0"/>
              <c:showVal val="0"/>
              <c:showCatName val="0"/>
              <c:showSerName val="0"/>
              <c:showPercent val="0"/>
              <c:separator> </c:separator>
            </c:dLbl>
            <c:dLbl>
              <c:idx val="4"/>
              <c:txPr>
                <a:bodyPr wrap="none"/>
                <a:lstStyle/>
                <a:p>
                  <a:pPr>
                    <a:defRPr b="0" sz="1000" spc="-1" strike="noStrike">
                      <a:solidFill>
                        <a:srgbClr val="000000"/>
                      </a:solidFill>
                      <a:latin typeface="Arial"/>
                      <a:ea typeface="DejaVu Sans"/>
                    </a:defRPr>
                  </a:pPr>
                </a:p>
              </c:txPr>
              <c:dLblPos val="bestFit"/>
              <c:showLegendKey val="0"/>
              <c:showVal val="0"/>
              <c:showCatName val="0"/>
              <c:showSerName val="0"/>
              <c:showPercent val="0"/>
              <c:separator> </c:separator>
            </c:dLbl>
            <c:txPr>
              <a:bodyPr wrap="none"/>
              <a:lstStyle/>
              <a:p>
                <a:pPr>
                  <a:defRPr b="0" sz="1000" spc="-1" strike="noStrike">
                    <a:solidFill>
                      <a:srgbClr val="000000"/>
                    </a:solidFill>
                    <a:latin typeface="Arial"/>
                    <a:ea typeface="DejaVu Sans"/>
                  </a:defRPr>
                </a:pPr>
              </a:p>
            </c:txPr>
            <c:dLblPos val="bestFit"/>
            <c:showLegendKey val="0"/>
            <c:showVal val="0"/>
            <c:showCatName val="0"/>
            <c:showSerName val="0"/>
            <c:showPercent val="0"/>
            <c:separator> </c:separator>
            <c:showLeaderLines val="1"/>
          </c:dLbls>
          <c:cat>
            <c:strRef>
              <c:f>categories</c:f>
              <c:strCache>
                <c:ptCount val="5"/>
                <c:pt idx="0">
                  <c:v>Category 0</c:v>
                </c:pt>
                <c:pt idx="1">
                  <c:v>Category 1</c:v>
                </c:pt>
                <c:pt idx="2">
                  <c:v>Category 2</c:v>
                </c:pt>
                <c:pt idx="3">
                  <c:v>Category 3</c:v>
                </c:pt>
                <c:pt idx="4">
                  <c:v>Category 4</c:v>
                </c:pt>
              </c:strCache>
            </c:strRef>
          </c:cat>
          <c:val>
            <c:numRef>
              <c:f>0</c:f>
              <c:numCache>
                <c:formatCode>General</c:formatCode>
                <c:ptCount val="5"/>
                <c:pt idx="0">
                  <c:v>0.4</c:v>
                </c:pt>
              </c:numCache>
            </c:numRef>
          </c:val>
        </c:ser>
        <c:firstSliceAng val="0"/>
      </c:pieChart>
      <c:spPr>
        <a:noFill/>
        <a:ln w="0">
          <a:noFill/>
        </a:ln>
      </c:spPr>
    </c:plotArea>
    <c:plotVisOnly val="1"/>
    <c:dispBlanksAs val="gap"/>
  </c:chart>
  <c:spPr>
    <a:noFill/>
    <a:ln w="9360">
      <a:solidFill>
        <a:srgbClr val="d9d9d9"/>
      </a:solidFill>
      <a:round/>
    </a:ln>
  </c:spPr>
</c:chartSpace>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5A8C4FF4-5D18-45DB-8353-5D4C42F4BD5E}" type="slidenum">
              <a:t>&lt;#&gt;</a:t>
            </a:fld>
          </a:p>
        </p:txBody>
      </p:sp>
      <p:sp>
        <p:nvSpPr>
          <p:cNvPr id="4" name="PlaceHolder 3"/>
          <p:cNvSpPr>
            <a:spLocks noGrp="1"/>
          </p:cNvSpPr>
          <p:nvPr>
            <p:ph type="dt" idx="3"/>
          </p:nvPr>
        </p:nvSpPr>
        <p:spPr/>
        <p:txBody>
          <a:bodyPr/>
          <a:p>
            <a:r>
              <a:rPr lang="en-HK"/>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6"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7712F23C-EF9A-48C5-A0ED-93C09D77F5AB}" type="slidenum">
              <a:t>&lt;#&gt;</a:t>
            </a:fld>
          </a:p>
        </p:txBody>
      </p:sp>
      <p:sp>
        <p:nvSpPr>
          <p:cNvPr id="6" name="PlaceHolder 5"/>
          <p:cNvSpPr>
            <a:spLocks noGrp="1"/>
          </p:cNvSpPr>
          <p:nvPr>
            <p:ph type="dt" idx="3"/>
          </p:nvPr>
        </p:nvSpPr>
        <p:spPr/>
        <p:txBody>
          <a:bodyPr/>
          <a:p>
            <a:r>
              <a:rPr lang="en-HK"/>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8"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HK"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C5A00F4C-9BB2-49B6-AA8B-F05320A8C3FB}" type="slidenum">
              <a:t>&lt;#&gt;</a:t>
            </a:fld>
          </a:p>
        </p:txBody>
      </p:sp>
      <p:sp>
        <p:nvSpPr>
          <p:cNvPr id="6" name="PlaceHolder 5"/>
          <p:cNvSpPr>
            <a:spLocks noGrp="1"/>
          </p:cNvSpPr>
          <p:nvPr>
            <p:ph type="dt" idx="3"/>
          </p:nvPr>
        </p:nvSpPr>
        <p:spPr/>
        <p:txBody>
          <a:bodyPr/>
          <a:p>
            <a:r>
              <a:rPr lang="en-HK"/>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1"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4B3073BD-565A-4731-BCE4-0A8895B3C3EA}" type="slidenum">
              <a:t>&lt;#&gt;</a:t>
            </a:fld>
          </a:p>
        </p:txBody>
      </p:sp>
      <p:sp>
        <p:nvSpPr>
          <p:cNvPr id="7" name="PlaceHolder 6"/>
          <p:cNvSpPr>
            <a:spLocks noGrp="1"/>
          </p:cNvSpPr>
          <p:nvPr>
            <p:ph type="dt" idx="3"/>
          </p:nvPr>
        </p:nvSpPr>
        <p:spPr/>
        <p:txBody>
          <a:bodyPr/>
          <a:p>
            <a:r>
              <a:rPr lang="en-HK"/>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46960AE5-6864-434D-9F74-39C1F8137A72}" type="slidenum">
              <a:t>&lt;#&gt;</a:t>
            </a:fld>
          </a:p>
        </p:txBody>
      </p:sp>
      <p:sp>
        <p:nvSpPr>
          <p:cNvPr id="5" name="PlaceHolder 4"/>
          <p:cNvSpPr>
            <a:spLocks noGrp="1"/>
          </p:cNvSpPr>
          <p:nvPr>
            <p:ph type="dt" idx="3"/>
          </p:nvPr>
        </p:nvSpPr>
        <p:spPr/>
        <p:txBody>
          <a:bodyPr/>
          <a:p>
            <a:r>
              <a:rPr lang="en-HK"/>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73FBD6EA-9600-4254-9924-94CD1253883C}" type="slidenum">
              <a:t>&lt;#&gt;</a:t>
            </a:fld>
          </a:p>
        </p:txBody>
      </p:sp>
      <p:sp>
        <p:nvSpPr>
          <p:cNvPr id="5" name="PlaceHolder 4"/>
          <p:cNvSpPr>
            <a:spLocks noGrp="1"/>
          </p:cNvSpPr>
          <p:nvPr>
            <p:ph type="dt" idx="3"/>
          </p:nvPr>
        </p:nvSpPr>
        <p:spPr/>
        <p:txBody>
          <a:bodyPr/>
          <a:p>
            <a:r>
              <a:rPr lang="en-HK"/>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6"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7"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42E5B842-0AAD-45DD-9F6F-D53C001F0FA3}" type="slidenum">
              <a:t>&lt;#&gt;</a:t>
            </a:fld>
          </a:p>
        </p:txBody>
      </p:sp>
      <p:sp>
        <p:nvSpPr>
          <p:cNvPr id="8" name="PlaceHolder 7"/>
          <p:cNvSpPr>
            <a:spLocks noGrp="1"/>
          </p:cNvSpPr>
          <p:nvPr>
            <p:ph type="dt" idx="3"/>
          </p:nvPr>
        </p:nvSpPr>
        <p:spPr/>
        <p:txBody>
          <a:bodyPr/>
          <a:p>
            <a:r>
              <a:rPr lang="en-HK"/>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9"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2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1"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EE8E693F-2FBB-4EC0-ABF2-E1D9C0C66DFE}" type="slidenum">
              <a:t>&lt;#&gt;</a:t>
            </a:fld>
          </a:p>
        </p:txBody>
      </p:sp>
      <p:sp>
        <p:nvSpPr>
          <p:cNvPr id="8" name="PlaceHolder 7"/>
          <p:cNvSpPr>
            <a:spLocks noGrp="1"/>
          </p:cNvSpPr>
          <p:nvPr>
            <p:ph type="dt" idx="3"/>
          </p:nvPr>
        </p:nvSpPr>
        <p:spPr/>
        <p:txBody>
          <a:bodyPr/>
          <a:p>
            <a:r>
              <a:rPr lang="en-HK"/>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5"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8F346267-159D-4D74-AC93-A9852E60310F}" type="slidenum">
              <a:t>&lt;#&gt;</a:t>
            </a:fld>
          </a:p>
        </p:txBody>
      </p:sp>
      <p:sp>
        <p:nvSpPr>
          <p:cNvPr id="8" name="PlaceHolder 7"/>
          <p:cNvSpPr>
            <a:spLocks noGrp="1"/>
          </p:cNvSpPr>
          <p:nvPr>
            <p:ph type="dt" idx="3"/>
          </p:nvPr>
        </p:nvSpPr>
        <p:spPr/>
        <p:txBody>
          <a:bodyPr/>
          <a:p>
            <a:r>
              <a:rPr lang="en-HK"/>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7"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8"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8DC27FDB-3672-4C19-AFE6-38D153BC3BBF}" type="slidenum">
              <a:t>&lt;#&gt;</a:t>
            </a:fld>
          </a:p>
        </p:txBody>
      </p:sp>
      <p:sp>
        <p:nvSpPr>
          <p:cNvPr id="7" name="PlaceHolder 6"/>
          <p:cNvSpPr>
            <a:spLocks noGrp="1"/>
          </p:cNvSpPr>
          <p:nvPr>
            <p:ph type="dt" idx="3"/>
          </p:nvPr>
        </p:nvSpPr>
        <p:spPr/>
        <p:txBody>
          <a:bodyPr/>
          <a:p>
            <a:r>
              <a:rPr lang="en-HK"/>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3"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2C63CE09-0087-4B9B-A040-A034373202F4}" type="slidenum">
              <a:t>&lt;#&gt;</a:t>
            </a:fld>
          </a:p>
        </p:txBody>
      </p:sp>
      <p:sp>
        <p:nvSpPr>
          <p:cNvPr id="9" name="PlaceHolder 8"/>
          <p:cNvSpPr>
            <a:spLocks noGrp="1"/>
          </p:cNvSpPr>
          <p:nvPr>
            <p:ph type="dt" idx="3"/>
          </p:nvPr>
        </p:nvSpPr>
        <p:spPr/>
        <p:txBody>
          <a:bodyPr/>
          <a:p>
            <a:r>
              <a:rPr lang="en-HK"/>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5"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6"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7"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8"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9"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40"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706741FA-D1C0-498E-85ED-D4B9C110BDD4}" type="slidenum">
              <a:t>&lt;#&gt;</a:t>
            </a:fld>
          </a:p>
        </p:txBody>
      </p:sp>
      <p:sp>
        <p:nvSpPr>
          <p:cNvPr id="11" name="PlaceHolder 10"/>
          <p:cNvSpPr>
            <a:spLocks noGrp="1"/>
          </p:cNvSpPr>
          <p:nvPr>
            <p:ph type="dt" idx="3"/>
          </p:nvPr>
        </p:nvSpPr>
        <p:spPr/>
        <p:txBody>
          <a:bodyPr/>
          <a:p>
            <a:r>
              <a:rPr lang="en-HK"/>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ftr" idx="1"/>
          </p:nvPr>
        </p:nvSpPr>
        <p:spPr>
          <a:xfrm>
            <a:off x="3124080" y="6356520"/>
            <a:ext cx="2894400" cy="363960"/>
          </a:xfrm>
          <a:prstGeom prst="rect">
            <a:avLst/>
          </a:prstGeom>
          <a:noFill/>
          <a:ln w="0">
            <a:noFill/>
          </a:ln>
        </p:spPr>
        <p:txBody>
          <a:bodyPr lIns="90000" rIns="90000" tIns="45000" bIns="45000" anchor="ctr">
            <a:noAutofit/>
          </a:bodyPr>
          <a:lstStyle>
            <a:lvl1pPr algn="ctr">
              <a:lnSpc>
                <a:spcPct val="100000"/>
              </a:lnSpc>
              <a:buNone/>
              <a:defRPr b="0" lang="en-HK" sz="1400" spc="-1" strike="noStrike">
                <a:latin typeface="Times New Roman"/>
              </a:defRPr>
            </a:lvl1pPr>
          </a:lstStyle>
          <a:p>
            <a:pPr algn="ctr">
              <a:lnSpc>
                <a:spcPct val="100000"/>
              </a:lnSpc>
              <a:buNone/>
            </a:pPr>
            <a:r>
              <a:rPr b="0" lang="en-HK" sz="1400" spc="-1" strike="noStrike">
                <a:latin typeface="Times New Roman"/>
              </a:rPr>
              <a:t> </a:t>
            </a:r>
            <a:endParaRPr b="0" lang="en-HK" sz="1400" spc="-1" strike="noStrike">
              <a:latin typeface="Times New Roman"/>
            </a:endParaRPr>
          </a:p>
        </p:txBody>
      </p:sp>
      <p:sp>
        <p:nvSpPr>
          <p:cNvPr id="1" name="PlaceHolder 2"/>
          <p:cNvSpPr>
            <a:spLocks noGrp="1"/>
          </p:cNvSpPr>
          <p:nvPr>
            <p:ph type="sldNum" idx="2"/>
          </p:nvPr>
        </p:nvSpPr>
        <p:spPr>
          <a:xfrm>
            <a:off x="6553080" y="6356520"/>
            <a:ext cx="2132640" cy="363960"/>
          </a:xfrm>
          <a:prstGeom prst="rect">
            <a:avLst/>
          </a:prstGeom>
          <a:noFill/>
          <a:ln w="0">
            <a:noFill/>
          </a:ln>
        </p:spPr>
        <p:txBody>
          <a:bodyPr lIns="90000" rIns="90000" tIns="45000" bIns="45000"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D0B89BC7-A07F-4BEC-A59C-1D3C21B60F6D}" type="slidenum">
              <a:rPr b="0" lang="en-US" sz="1200" spc="-1" strike="noStrike">
                <a:solidFill>
                  <a:srgbClr val="8b8b8b"/>
                </a:solidFill>
                <a:latin typeface="Calibri"/>
              </a:rPr>
              <a:t>2</a:t>
            </a:fld>
            <a:endParaRPr b="0" lang="en-HK" sz="1200" spc="-1" strike="noStrike">
              <a:latin typeface="Times New Roman"/>
            </a:endParaRPr>
          </a:p>
        </p:txBody>
      </p:sp>
      <p:sp>
        <p:nvSpPr>
          <p:cNvPr id="2" name="PlaceHolder 3"/>
          <p:cNvSpPr>
            <a:spLocks noGrp="1"/>
          </p:cNvSpPr>
          <p:nvPr>
            <p:ph type="dt" idx="3"/>
          </p:nvPr>
        </p:nvSpPr>
        <p:spPr>
          <a:xfrm>
            <a:off x="457200" y="6356520"/>
            <a:ext cx="2132640" cy="363960"/>
          </a:xfrm>
          <a:prstGeom prst="rect">
            <a:avLst/>
          </a:prstGeom>
          <a:noFill/>
          <a:ln w="0">
            <a:noFill/>
          </a:ln>
        </p:spPr>
        <p:txBody>
          <a:bodyPr lIns="90000" rIns="90000" tIns="45000" bIns="45000" anchor="ctr">
            <a:noAutofit/>
          </a:bodyPr>
          <a:lstStyle>
            <a:lvl1pPr>
              <a:defRPr b="0" lang="en-HK" sz="1400" spc="-1" strike="noStrike">
                <a:latin typeface="Times New Roman"/>
              </a:defRPr>
            </a:lvl1pPr>
          </a:lstStyle>
          <a:p>
            <a:r>
              <a:rPr b="0" lang="en-HK" sz="1400" spc="-1" strike="noStrike">
                <a:latin typeface="Times New Roman"/>
              </a:rPr>
              <a:t> </a:t>
            </a:r>
            <a:endParaRPr b="0" lang="en-HK" sz="1400" spc="-1" strike="noStrike">
              <a:latin typeface="Times New Roman"/>
            </a:endParaRPr>
          </a:p>
        </p:txBody>
      </p:sp>
      <p:sp>
        <p:nvSpPr>
          <p:cNvPr id="3"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r>
              <a:rPr b="0" lang="en-HK" sz="4400" spc="-1" strike="noStrike">
                <a:latin typeface="Arial"/>
              </a:rPr>
              <a:t>Click to edit the title text format</a:t>
            </a:r>
            <a:endParaRPr b="0" lang="en-HK" sz="4400" spc="-1" strike="noStrike">
              <a:latin typeface="Arial"/>
            </a:endParaRP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000000"/>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000000"/>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000000"/>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000000"/>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000000"/>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000000"/>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chart" Target="../charts/chart2.xml"/><Relationship Id="rId2" Type="http://schemas.openxmlformats.org/officeDocument/2006/relationships/image" Target="../media/image1.png"/><Relationship Id="rId3"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a933"/>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8520" cy="1141920"/>
          </a:xfrm>
          <a:prstGeom prst="rect">
            <a:avLst/>
          </a:prstGeom>
          <a:noFill/>
          <a:ln w="0">
            <a:noFill/>
          </a:ln>
        </p:spPr>
        <p:txBody>
          <a:bodyPr lIns="90000" rIns="90000" tIns="45000" bIns="45000" anchor="ctr">
            <a:noAutofit/>
          </a:bodyPr>
          <a:p>
            <a:pPr algn="ctr">
              <a:buNone/>
            </a:pPr>
            <a:endParaRPr b="0" lang="en-HK" sz="4400" spc="-1" strike="noStrike">
              <a:latin typeface="Arial"/>
            </a:endParaRPr>
          </a:p>
        </p:txBody>
      </p:sp>
      <p:sp>
        <p:nvSpPr>
          <p:cNvPr id="42" name="PlaceHolder 2"/>
          <p:cNvSpPr>
            <a:spLocks noGrp="1"/>
          </p:cNvSpPr>
          <p:nvPr>
            <p:ph/>
          </p:nvPr>
        </p:nvSpPr>
        <p:spPr>
          <a:xfrm>
            <a:off x="457200" y="1600200"/>
            <a:ext cx="8228520" cy="4524840"/>
          </a:xfrm>
          <a:prstGeom prst="rect">
            <a:avLst/>
          </a:prstGeom>
          <a:noFill/>
          <a:ln w="0">
            <a:noFill/>
          </a:ln>
        </p:spPr>
        <p:txBody>
          <a:bodyPr lIns="90000" rIns="90000" tIns="45000" bIns="45000" anchor="t">
            <a:noAutofit/>
          </a:bodyPr>
          <a:p>
            <a:endParaRPr b="0" lang="en-HK" sz="32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PlaceHolder 1"/>
          <p:cNvSpPr>
            <a:spLocks noGrp="1"/>
          </p:cNvSpPr>
          <p:nvPr>
            <p:ph type="title"/>
          </p:nvPr>
        </p:nvSpPr>
        <p:spPr>
          <a:xfrm>
            <a:off x="457200" y="274680"/>
            <a:ext cx="8228520" cy="1141920"/>
          </a:xfrm>
          <a:prstGeom prst="rect">
            <a:avLst/>
          </a:prstGeom>
          <a:noFill/>
          <a:ln w="0">
            <a:noFill/>
          </a:ln>
        </p:spPr>
        <p:txBody>
          <a:bodyPr lIns="90000" rIns="90000" tIns="45000" bIns="45000" anchor="ctr">
            <a:noAutofit/>
          </a:bodyPr>
          <a:p>
            <a:pPr algn="ctr">
              <a:lnSpc>
                <a:spcPct val="100000"/>
              </a:lnSpc>
              <a:buNone/>
            </a:pPr>
            <a:r>
              <a:rPr b="0" lang="en-US" sz="4400" spc="-1" strike="noStrike">
                <a:solidFill>
                  <a:srgbClr val="000000"/>
                </a:solidFill>
                <a:latin typeface="Calibri"/>
              </a:rPr>
              <a:t>Different Cookers</a:t>
            </a:r>
            <a:endParaRPr b="0" lang="en-HK" sz="4400" spc="-1" strike="noStrike">
              <a:latin typeface="Arial"/>
            </a:endParaRPr>
          </a:p>
        </p:txBody>
      </p:sp>
      <p:sp>
        <p:nvSpPr>
          <p:cNvPr id="44" name="PlaceHolder 2"/>
          <p:cNvSpPr>
            <a:spLocks noGrp="1"/>
          </p:cNvSpPr>
          <p:nvPr>
            <p:ph/>
          </p:nvPr>
        </p:nvSpPr>
        <p:spPr>
          <a:xfrm>
            <a:off x="457200" y="1600200"/>
            <a:ext cx="8228520" cy="4524840"/>
          </a:xfrm>
          <a:prstGeom prst="rect">
            <a:avLst/>
          </a:prstGeom>
          <a:noFill/>
          <a:ln w="0">
            <a:noFill/>
          </a:ln>
        </p:spPr>
        <p:txBody>
          <a:bodyPr lIns="90000" rIns="90000" tIns="45000" bIns="45000" anchor="t">
            <a:noAutofit/>
          </a:bodyPr>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There are various types of cookers available that cater to different cooking needs. From traditional stovetops to advanced electric cookers and modern induction cooktops, each type offers unique features and benefits.</a:t>
            </a:r>
            <a:endParaRPr b="0" lang="en-HK" sz="3200" spc="-1" strike="noStrike">
              <a:latin typeface="Arial"/>
            </a:endParaRPr>
          </a:p>
        </p:txBody>
      </p:sp>
      <p:graphicFrame>
        <p:nvGraphicFramePr>
          <p:cNvPr id="45" name="Table 3"/>
          <p:cNvGraphicFramePr/>
          <p:nvPr/>
        </p:nvGraphicFramePr>
        <p:xfrm>
          <a:off x="628560" y="1825560"/>
          <a:ext cx="7886160" cy="1339560"/>
        </p:xfrm>
        <a:graphic>
          <a:graphicData uri="http://schemas.openxmlformats.org/drawingml/2006/table">
            <a:tbl>
              <a:tblPr/>
              <a:tblGrid>
                <a:gridCol w="1971360"/>
                <a:gridCol w="1971360"/>
                <a:gridCol w="1971360"/>
                <a:gridCol w="1972440"/>
              </a:tblGrid>
              <a:tr h="369720">
                <a:tc>
                  <a:txBody>
                    <a:bodyPr anchor="t">
                      <a:noAutofit/>
                    </a:bodyPr>
                    <a:p>
                      <a:pPr>
                        <a:lnSpc>
                          <a:spcPct val="100000"/>
                        </a:lnSpc>
                        <a:buNone/>
                      </a:pPr>
                      <a:r>
                        <a:rPr b="0" lang="en-US" sz="1800" spc="-1" strike="noStrike">
                          <a:solidFill>
                            <a:srgbClr val="ffffff"/>
                          </a:solidFill>
                          <a:latin typeface="Calibri"/>
                        </a:rPr>
                        <a:t>Cooker Type</a:t>
                      </a:r>
                      <a:endParaRPr b="0" lang="en-HK"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c>
                  <a:txBody>
                    <a:bodyPr anchor="t">
                      <a:noAutofit/>
                    </a:bodyPr>
                    <a:p>
                      <a:pPr>
                        <a:lnSpc>
                          <a:spcPct val="100000"/>
                        </a:lnSpc>
                        <a:buNone/>
                      </a:pPr>
                      <a:r>
                        <a:rPr b="0" lang="en-US" sz="1800" spc="-1" strike="noStrike">
                          <a:solidFill>
                            <a:srgbClr val="ffffff"/>
                          </a:solidFill>
                          <a:latin typeface="Calibri"/>
                        </a:rPr>
                        <a:t>Features</a:t>
                      </a:r>
                      <a:endParaRPr b="0" lang="en-HK"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c>
                  <a:txBody>
                    <a:bodyPr anchor="t">
                      <a:noAutofit/>
                    </a:bodyPr>
                    <a:p>
                      <a:pPr>
                        <a:lnSpc>
                          <a:spcPct val="100000"/>
                        </a:lnSpc>
                        <a:buNone/>
                      </a:pPr>
                      <a:r>
                        <a:rPr b="0" lang="en-US" sz="1800" spc="-1" strike="noStrike">
                          <a:solidFill>
                            <a:srgbClr val="ffffff"/>
                          </a:solidFill>
                          <a:latin typeface="Calibri"/>
                        </a:rPr>
                        <a:t>Benefits</a:t>
                      </a:r>
                      <a:endParaRPr b="0" lang="en-HK"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r>
              <a:tr h="622440">
                <a:tc>
                  <a:txBody>
                    <a:bodyPr anchor="t">
                      <a:noAutofit/>
                    </a:bodyPr>
                    <a:p>
                      <a:pPr>
                        <a:lnSpc>
                          <a:spcPct val="100000"/>
                        </a:lnSpc>
                        <a:buNone/>
                      </a:pPr>
                      <a:r>
                        <a:rPr b="0" lang="en-US" sz="1800" spc="-1" strike="noStrike">
                          <a:solidFill>
                            <a:srgbClr val="000000"/>
                          </a:solidFill>
                          <a:latin typeface="Calibri"/>
                        </a:rPr>
                        <a:t>Stovetop</a:t>
                      </a:r>
                      <a:endParaRPr b="0" lang="en-HK"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nchor="t">
                      <a:noAutofit/>
                    </a:bodyPr>
                    <a:p>
                      <a:pPr>
                        <a:lnSpc>
                          <a:spcPct val="100000"/>
                        </a:lnSpc>
                        <a:buNone/>
                      </a:pPr>
                      <a:r>
                        <a:rPr b="0" lang="en-US" sz="1800" spc="-1" strike="noStrike">
                          <a:solidFill>
                            <a:srgbClr val="000000"/>
                          </a:solidFill>
                          <a:latin typeface="Calibri"/>
                        </a:rPr>
                        <a:t>Gas or electric burners</a:t>
                      </a:r>
                      <a:endParaRPr b="0" lang="en-HK"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nchor="t">
                      <a:noAutofit/>
                    </a:bodyPr>
                    <a:p>
                      <a:pPr>
                        <a:lnSpc>
                          <a:spcPct val="100000"/>
                        </a:lnSpc>
                        <a:buNone/>
                      </a:pPr>
                      <a:r>
                        <a:rPr b="0" lang="en-US" sz="1800" spc="-1" strike="noStrike">
                          <a:solidFill>
                            <a:srgbClr val="000000"/>
                          </a:solidFill>
                          <a:latin typeface="Calibri"/>
                        </a:rPr>
                        <a:t>Precise heat control</a:t>
                      </a:r>
                      <a:endParaRPr b="0" lang="en-HK"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r>
              <a:tr h="347760">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r>
            </a:tbl>
          </a:graphicData>
        </a:graphic>
      </p:graphicFrame>
      <p:graphicFrame>
        <p:nvGraphicFramePr>
          <p:cNvPr id="46" name="Chart 4"/>
          <p:cNvGraphicFramePr/>
          <p:nvPr/>
        </p:nvGraphicFramePr>
        <p:xfrm>
          <a:off x="628560" y="1825560"/>
          <a:ext cx="7885800" cy="4350240"/>
        </p:xfrm>
        <a:graphic>
          <a:graphicData uri="http://schemas.openxmlformats.org/drawingml/2006/chart">
            <c:chart xmlns:c="http://schemas.openxmlformats.org/drawingml/2006/chart" xmlns:r="http://schemas.openxmlformats.org/officeDocument/2006/relationships" r:id="rId1"/>
          </a:graphicData>
        </a:graphic>
      </p:graphicFrame>
      <p:pic>
        <p:nvPicPr>
          <p:cNvPr id="47" name="Picture 5" descr="none.png"/>
          <p:cNvPicPr/>
          <p:nvPr/>
        </p:nvPicPr>
        <p:blipFill>
          <a:blip r:embed="rId2"/>
          <a:stretch/>
        </p:blipFill>
        <p:spPr>
          <a:xfrm>
            <a:off x="600120" y="1825560"/>
            <a:ext cx="2518920" cy="215892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TotalTime>
  <Application>LibreOffice/7.3.7.2$Linux_X86_64 LibreOffice_project/30$Build-2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en-HK</dc:language>
  <cp:lastModifiedBy/>
  <dcterms:modified xsi:type="dcterms:W3CDTF">2025-11-19T13:18:35Z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