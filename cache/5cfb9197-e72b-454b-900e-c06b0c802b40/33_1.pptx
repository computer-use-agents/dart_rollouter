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27.png" ContentType="image/png"/>
  <Override PartName="/ppt/media/image3.png" ContentType="image/png"/>
  <Override PartName="/ppt/media/image26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D645E3-FCD8-4817-8256-5AE316E930F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6276CC-46C2-4EB5-BF7F-9156D14047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FC132C-A0D9-4133-B573-7E6A6DDDF5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AA9959-4C04-4B89-8870-9A79B80F207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D5F7E9-BD1B-47E1-AEA1-A899C714BA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E44846-71AB-4F20-BAF4-BDACC9C7B7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DB98C1-D620-4041-8B7F-444065F3EE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9FBBAC-F7B6-4D40-AEE5-121B7E322E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3BC603-4A16-4FDF-B8A8-2E395B0203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FF5D272-8222-4B8C-B2E5-834A7BA76C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12908D-357B-4565-8ED0-1B4B76F27EF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AF3121-4E01-41CF-9812-5AA97D6EC7B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lnSpc>
                <a:spcPct val="100000"/>
              </a:lnSpc>
              <a:buNone/>
              <a:defRPr b="0" lang="en-HK" sz="2400" spc="-1" strike="noStrike">
                <a:latin typeface="Times New Roman"/>
              </a:defRPr>
            </a:lvl1pPr>
          </a:lstStyle>
          <a:p>
            <a:pPr>
              <a:lnSpc>
                <a:spcPct val="100000"/>
              </a:lnSpc>
              <a:buNone/>
            </a:pPr>
            <a:fld id="{1066BF2A-1EC3-4883-94F7-FE819FFE1E2F}" type="slidenum">
              <a:rPr b="0" lang="en-HK" sz="2400" spc="-1" strike="noStrike">
                <a:latin typeface="Times New Roman"/>
              </a:rPr>
              <a:t>&lt;number&gt;</a:t>
            </a:fld>
            <a:endParaRPr b="0" lang="en-HK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6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84;p13"/>
          <p:cNvSpPr/>
          <p:nvPr/>
        </p:nvSpPr>
        <p:spPr>
          <a:xfrm>
            <a:off x="-1406880" y="-66240"/>
            <a:ext cx="21101040" cy="10418760"/>
          </a:xfrm>
          <a:custGeom>
            <a:avLst/>
            <a:gdLst/>
            <a:ahLst/>
            <a:rect l="l" t="t" r="r" b="b"/>
            <a:pathLst>
              <a:path w="21101617" h="10419610">
                <a:moveTo>
                  <a:pt x="0" y="0"/>
                </a:moveTo>
                <a:lnTo>
                  <a:pt x="21101616" y="0"/>
                </a:lnTo>
                <a:lnTo>
                  <a:pt x="21101616" y="10419610"/>
                </a:lnTo>
                <a:lnTo>
                  <a:pt x="0" y="104196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alphaModFix amt="73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Google Shape;85;p13"/>
          <p:cNvSpPr/>
          <p:nvPr/>
        </p:nvSpPr>
        <p:spPr>
          <a:xfrm>
            <a:off x="7591680" y="268920"/>
            <a:ext cx="3107880" cy="3636000"/>
          </a:xfrm>
          <a:custGeom>
            <a:avLst/>
            <a:gdLst/>
            <a:ahLst/>
            <a:rect l="l" t="t" r="r" b="b"/>
            <a:pathLst>
              <a:path w="3108559" h="3636780">
                <a:moveTo>
                  <a:pt x="0" y="0"/>
                </a:moveTo>
                <a:lnTo>
                  <a:pt x="3108559" y="0"/>
                </a:lnTo>
                <a:lnTo>
                  <a:pt x="3108559" y="3636780"/>
                </a:lnTo>
                <a:lnTo>
                  <a:pt x="0" y="363678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" name="Google Shape;86;p13"/>
          <p:cNvSpPr/>
          <p:nvPr/>
        </p:nvSpPr>
        <p:spPr>
          <a:xfrm>
            <a:off x="2613960" y="4249080"/>
            <a:ext cx="13073040" cy="3249360"/>
          </a:xfrm>
          <a:custGeom>
            <a:avLst/>
            <a:gdLst/>
            <a:ahLst/>
            <a:rect l="l" t="t" r="r" b="b"/>
            <a:pathLst>
              <a:path w="13073859" h="3250184">
                <a:moveTo>
                  <a:pt x="0" y="0"/>
                </a:moveTo>
                <a:lnTo>
                  <a:pt x="13073858" y="0"/>
                </a:lnTo>
                <a:lnTo>
                  <a:pt x="13073858" y="3250184"/>
                </a:lnTo>
                <a:lnTo>
                  <a:pt x="0" y="32501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Google Shape;87;p13"/>
          <p:cNvSpPr/>
          <p:nvPr/>
        </p:nvSpPr>
        <p:spPr>
          <a:xfrm>
            <a:off x="-1157040" y="-1311840"/>
            <a:ext cx="5552280" cy="6790320"/>
          </a:xfrm>
          <a:custGeom>
            <a:avLst/>
            <a:gdLst/>
            <a:ahLst/>
            <a:rect l="l" t="t" r="r" b="b"/>
            <a:pathLst>
              <a:path w="5553102" h="6790892">
                <a:moveTo>
                  <a:pt x="0" y="0"/>
                </a:moveTo>
                <a:lnTo>
                  <a:pt x="5553101" y="0"/>
                </a:lnTo>
                <a:lnTo>
                  <a:pt x="5553101" y="6790892"/>
                </a:lnTo>
                <a:lnTo>
                  <a:pt x="0" y="679089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Google Shape;88;p13"/>
          <p:cNvSpPr/>
          <p:nvPr/>
        </p:nvSpPr>
        <p:spPr>
          <a:xfrm>
            <a:off x="2613960" y="3875760"/>
            <a:ext cx="13073040" cy="3249360"/>
          </a:xfrm>
          <a:custGeom>
            <a:avLst/>
            <a:gdLst/>
            <a:ahLst/>
            <a:rect l="l" t="t" r="r" b="b"/>
            <a:pathLst>
              <a:path w="13073859" h="3250184">
                <a:moveTo>
                  <a:pt x="0" y="0"/>
                </a:moveTo>
                <a:lnTo>
                  <a:pt x="13073858" y="0"/>
                </a:lnTo>
                <a:lnTo>
                  <a:pt x="13073858" y="3250184"/>
                </a:lnTo>
                <a:lnTo>
                  <a:pt x="0" y="325018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Google Shape;89;p13"/>
          <p:cNvSpPr/>
          <p:nvPr/>
        </p:nvSpPr>
        <p:spPr>
          <a:xfrm>
            <a:off x="14582880" y="420480"/>
            <a:ext cx="2933640" cy="3108240"/>
          </a:xfrm>
          <a:custGeom>
            <a:avLst/>
            <a:gdLst/>
            <a:ahLst/>
            <a:rect l="l" t="t" r="r" b="b"/>
            <a:pathLst>
              <a:path w="2934320" h="3108828">
                <a:moveTo>
                  <a:pt x="0" y="0"/>
                </a:moveTo>
                <a:lnTo>
                  <a:pt x="2934320" y="0"/>
                </a:lnTo>
                <a:lnTo>
                  <a:pt x="2934320" y="3108828"/>
                </a:lnTo>
                <a:lnTo>
                  <a:pt x="0" y="310882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Google Shape;90;p13"/>
          <p:cNvSpPr/>
          <p:nvPr/>
        </p:nvSpPr>
        <p:spPr>
          <a:xfrm>
            <a:off x="2521800" y="4255560"/>
            <a:ext cx="12825000" cy="21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1870" spc="-1" strike="noStrike">
                <a:solidFill>
                  <a:srgbClr val="dd3d4e"/>
                </a:solidFill>
                <a:latin typeface="Russo One"/>
                <a:ea typeface="Russo One"/>
              </a:rPr>
              <a:t>VIRTUAL QUIZ</a:t>
            </a:r>
            <a:endParaRPr b="0" lang="en-HK" sz="11870" spc="-1" strike="noStrike">
              <a:latin typeface="Arial"/>
            </a:endParaRPr>
          </a:p>
        </p:txBody>
      </p:sp>
      <p:sp>
        <p:nvSpPr>
          <p:cNvPr id="48" name="Google Shape;91;p13"/>
          <p:cNvSpPr/>
          <p:nvPr/>
        </p:nvSpPr>
        <p:spPr>
          <a:xfrm>
            <a:off x="14484960" y="4150080"/>
            <a:ext cx="6402240" cy="7084440"/>
          </a:xfrm>
          <a:custGeom>
            <a:avLst/>
            <a:gdLst/>
            <a:ahLst/>
            <a:rect l="l" t="t" r="r" b="b"/>
            <a:pathLst>
              <a:path w="6403105" h="7085305">
                <a:moveTo>
                  <a:pt x="0" y="0"/>
                </a:moveTo>
                <a:lnTo>
                  <a:pt x="6403105" y="0"/>
                </a:lnTo>
                <a:lnTo>
                  <a:pt x="6403105" y="7085305"/>
                </a:lnTo>
                <a:lnTo>
                  <a:pt x="0" y="7085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Google Shape;92;p13"/>
          <p:cNvSpPr/>
          <p:nvPr/>
        </p:nvSpPr>
        <p:spPr>
          <a:xfrm flipH="1">
            <a:off x="1194840" y="5857920"/>
            <a:ext cx="2511360" cy="6337440"/>
          </a:xfrm>
          <a:custGeom>
            <a:avLst/>
            <a:gdLst/>
            <a:ahLst/>
            <a:rect l="l" t="t" r="r" b="b"/>
            <a:pathLst>
              <a:path w="2512240" h="6338221">
                <a:moveTo>
                  <a:pt x="2512240" y="0"/>
                </a:moveTo>
                <a:lnTo>
                  <a:pt x="0" y="0"/>
                </a:lnTo>
                <a:lnTo>
                  <a:pt x="0" y="6338221"/>
                </a:lnTo>
                <a:lnTo>
                  <a:pt x="2512240" y="6338221"/>
                </a:lnTo>
                <a:lnTo>
                  <a:pt x="2512240" y="0"/>
                </a:lnTo>
                <a:close/>
              </a:path>
            </a:pathLst>
          </a:cu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0" name="Google Shape;93;p13"/>
          <p:cNvGrpSpPr/>
          <p:nvPr/>
        </p:nvGrpSpPr>
        <p:grpSpPr>
          <a:xfrm>
            <a:off x="7451280" y="7743960"/>
            <a:ext cx="3384720" cy="3583080"/>
            <a:chOff x="7451280" y="7743960"/>
            <a:chExt cx="3384720" cy="3583080"/>
          </a:xfrm>
        </p:grpSpPr>
        <p:sp>
          <p:nvSpPr>
            <p:cNvPr id="51" name="Google Shape;94;p13"/>
            <p:cNvSpPr/>
            <p:nvPr/>
          </p:nvSpPr>
          <p:spPr>
            <a:xfrm>
              <a:off x="7451280" y="7942320"/>
              <a:ext cx="3384720" cy="1285920"/>
            </a:xfrm>
            <a:custGeom>
              <a:avLst/>
              <a:gdLst/>
              <a:ahLst/>
              <a:rect l="l" t="t" r="r" b="b"/>
              <a:pathLst>
                <a:path w="812800" h="308943">
                  <a:moveTo>
                    <a:pt x="116629" y="0"/>
                  </a:moveTo>
                  <a:lnTo>
                    <a:pt x="696171" y="0"/>
                  </a:lnTo>
                  <a:cubicBezTo>
                    <a:pt x="760584" y="0"/>
                    <a:pt x="812800" y="52216"/>
                    <a:pt x="812800" y="116629"/>
                  </a:cubicBezTo>
                  <a:lnTo>
                    <a:pt x="812800" y="192315"/>
                  </a:lnTo>
                  <a:cubicBezTo>
                    <a:pt x="812800" y="223247"/>
                    <a:pt x="800512" y="252912"/>
                    <a:pt x="778640" y="274784"/>
                  </a:cubicBezTo>
                  <a:cubicBezTo>
                    <a:pt x="756768" y="296656"/>
                    <a:pt x="727103" y="308943"/>
                    <a:pt x="696171" y="308943"/>
                  </a:cubicBezTo>
                  <a:lnTo>
                    <a:pt x="116629" y="308943"/>
                  </a:lnTo>
                  <a:cubicBezTo>
                    <a:pt x="52216" y="308943"/>
                    <a:pt x="0" y="256727"/>
                    <a:pt x="0" y="192315"/>
                  </a:cubicBezTo>
                  <a:lnTo>
                    <a:pt x="0" y="116629"/>
                  </a:lnTo>
                  <a:cubicBezTo>
                    <a:pt x="0" y="52216"/>
                    <a:pt x="52216" y="0"/>
                    <a:pt x="116629" y="0"/>
                  </a:cubicBezTo>
                  <a:close/>
                </a:path>
              </a:pathLst>
            </a:custGeom>
            <a:solidFill>
              <a:srgbClr val="f1dd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2" name="Google Shape;95;p13"/>
            <p:cNvSpPr/>
            <p:nvPr/>
          </p:nvSpPr>
          <p:spPr>
            <a:xfrm>
              <a:off x="7451280" y="7743960"/>
              <a:ext cx="3384720" cy="3583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3" name="Google Shape;96;p13"/>
          <p:cNvSpPr/>
          <p:nvPr/>
        </p:nvSpPr>
        <p:spPr>
          <a:xfrm>
            <a:off x="8040960" y="8226000"/>
            <a:ext cx="2216160" cy="8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4610" spc="-1" strike="noStrike">
                <a:solidFill>
                  <a:srgbClr val="dd3d4e"/>
                </a:solidFill>
                <a:latin typeface="Russo One"/>
                <a:ea typeface="Russo One"/>
              </a:rPr>
              <a:t>START</a:t>
            </a:r>
            <a:endParaRPr b="0" lang="en-HK" sz="4610" spc="-1" strike="noStrike">
              <a:latin typeface="Arial"/>
            </a:endParaRPr>
          </a:p>
        </p:txBody>
      </p:sp>
      <p:sp>
        <p:nvSpPr>
          <p:cNvPr id="54" name="Google Shape;97;p13"/>
          <p:cNvSpPr/>
          <p:nvPr/>
        </p:nvSpPr>
        <p:spPr>
          <a:xfrm rot="19376400">
            <a:off x="4869720" y="-153000"/>
            <a:ext cx="2357280" cy="2363040"/>
          </a:xfrm>
          <a:custGeom>
            <a:avLst/>
            <a:gdLst/>
            <a:ahLst/>
            <a:rect l="l" t="t" r="r" b="b"/>
            <a:pathLst>
              <a:path w="2358022" h="2363932">
                <a:moveTo>
                  <a:pt x="0" y="0"/>
                </a:moveTo>
                <a:lnTo>
                  <a:pt x="2358022" y="0"/>
                </a:lnTo>
                <a:lnTo>
                  <a:pt x="2358022" y="2363932"/>
                </a:lnTo>
                <a:lnTo>
                  <a:pt x="0" y="236393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Google Shape;98;p13"/>
          <p:cNvSpPr/>
          <p:nvPr/>
        </p:nvSpPr>
        <p:spPr>
          <a:xfrm flipH="1" rot="19376400">
            <a:off x="11652480" y="-152640"/>
            <a:ext cx="2357280" cy="2362680"/>
          </a:xfrm>
          <a:custGeom>
            <a:avLst/>
            <a:gdLst/>
            <a:ahLst/>
            <a:rect l="l" t="t" r="r" b="b"/>
            <a:pathLst>
              <a:path w="2358022" h="2363932">
                <a:moveTo>
                  <a:pt x="2358022" y="0"/>
                </a:moveTo>
                <a:lnTo>
                  <a:pt x="0" y="0"/>
                </a:lnTo>
                <a:lnTo>
                  <a:pt x="0" y="2363932"/>
                </a:lnTo>
                <a:lnTo>
                  <a:pt x="2358022" y="2363932"/>
                </a:lnTo>
                <a:lnTo>
                  <a:pt x="2358022" y="0"/>
                </a:lnTo>
                <a:close/>
              </a:path>
            </a:pathLst>
          </a:cu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293;p22"/>
          <p:cNvSpPr/>
          <p:nvPr/>
        </p:nvSpPr>
        <p:spPr>
          <a:xfrm>
            <a:off x="-1448640" y="5977080"/>
            <a:ext cx="8304840" cy="4706280"/>
          </a:xfrm>
          <a:custGeom>
            <a:avLst/>
            <a:gdLst/>
            <a:ahLst/>
            <a:rect l="l" t="t" r="r" b="b"/>
            <a:pathLst>
              <a:path w="8305473" h="4706902">
                <a:moveTo>
                  <a:pt x="0" y="0"/>
                </a:moveTo>
                <a:lnTo>
                  <a:pt x="8305473" y="0"/>
                </a:lnTo>
                <a:lnTo>
                  <a:pt x="8305473" y="4706902"/>
                </a:lnTo>
                <a:lnTo>
                  <a:pt x="0" y="4706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57" name="Google Shape;294;p22"/>
          <p:cNvGrpSpPr/>
          <p:nvPr/>
        </p:nvGrpSpPr>
        <p:grpSpPr>
          <a:xfrm>
            <a:off x="3597120" y="3823560"/>
            <a:ext cx="3259080" cy="3023640"/>
            <a:chOff x="3597120" y="3823560"/>
            <a:chExt cx="3259080" cy="3023640"/>
          </a:xfrm>
        </p:grpSpPr>
        <p:sp>
          <p:nvSpPr>
            <p:cNvPr id="58" name="Google Shape;295;p22"/>
            <p:cNvSpPr/>
            <p:nvPr/>
          </p:nvSpPr>
          <p:spPr>
            <a:xfrm>
              <a:off x="359712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9" name="Google Shape;296;p22"/>
            <p:cNvSpPr/>
            <p:nvPr/>
          </p:nvSpPr>
          <p:spPr>
            <a:xfrm>
              <a:off x="359712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0" name="Google Shape;297;p22"/>
          <p:cNvGrpSpPr/>
          <p:nvPr/>
        </p:nvGrpSpPr>
        <p:grpSpPr>
          <a:xfrm>
            <a:off x="7513920" y="3823560"/>
            <a:ext cx="3259080" cy="3023640"/>
            <a:chOff x="7513920" y="3823560"/>
            <a:chExt cx="3259080" cy="3023640"/>
          </a:xfrm>
        </p:grpSpPr>
        <p:sp>
          <p:nvSpPr>
            <p:cNvPr id="61" name="Google Shape;298;p22"/>
            <p:cNvSpPr/>
            <p:nvPr/>
          </p:nvSpPr>
          <p:spPr>
            <a:xfrm>
              <a:off x="751392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" name="Google Shape;299;p22"/>
            <p:cNvSpPr/>
            <p:nvPr/>
          </p:nvSpPr>
          <p:spPr>
            <a:xfrm>
              <a:off x="751392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" name="Google Shape;300;p22"/>
          <p:cNvGrpSpPr/>
          <p:nvPr/>
        </p:nvGrpSpPr>
        <p:grpSpPr>
          <a:xfrm>
            <a:off x="11431080" y="3823560"/>
            <a:ext cx="3259080" cy="3023640"/>
            <a:chOff x="11431080" y="3823560"/>
            <a:chExt cx="3259080" cy="3023640"/>
          </a:xfrm>
        </p:grpSpPr>
        <p:sp>
          <p:nvSpPr>
            <p:cNvPr id="64" name="Google Shape;301;p22"/>
            <p:cNvSpPr/>
            <p:nvPr/>
          </p:nvSpPr>
          <p:spPr>
            <a:xfrm>
              <a:off x="11431080" y="399096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5" name="Google Shape;302;p22"/>
            <p:cNvSpPr/>
            <p:nvPr/>
          </p:nvSpPr>
          <p:spPr>
            <a:xfrm>
              <a:off x="11431080" y="382356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6" name="Google Shape;303;p22"/>
          <p:cNvGrpSpPr/>
          <p:nvPr/>
        </p:nvGrpSpPr>
        <p:grpSpPr>
          <a:xfrm>
            <a:off x="3597120" y="6396480"/>
            <a:ext cx="3259080" cy="3023640"/>
            <a:chOff x="3597120" y="6396480"/>
            <a:chExt cx="3259080" cy="3023640"/>
          </a:xfrm>
        </p:grpSpPr>
        <p:sp>
          <p:nvSpPr>
            <p:cNvPr id="67" name="Google Shape;304;p22"/>
            <p:cNvSpPr/>
            <p:nvPr/>
          </p:nvSpPr>
          <p:spPr>
            <a:xfrm>
              <a:off x="359712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" name="Google Shape;305;p22"/>
            <p:cNvSpPr/>
            <p:nvPr/>
          </p:nvSpPr>
          <p:spPr>
            <a:xfrm>
              <a:off x="359712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9" name="Google Shape;306;p22"/>
          <p:cNvGrpSpPr/>
          <p:nvPr/>
        </p:nvGrpSpPr>
        <p:grpSpPr>
          <a:xfrm>
            <a:off x="7513920" y="6396480"/>
            <a:ext cx="3259080" cy="3023640"/>
            <a:chOff x="7513920" y="6396480"/>
            <a:chExt cx="3259080" cy="3023640"/>
          </a:xfrm>
        </p:grpSpPr>
        <p:sp>
          <p:nvSpPr>
            <p:cNvPr id="70" name="Google Shape;307;p22"/>
            <p:cNvSpPr/>
            <p:nvPr/>
          </p:nvSpPr>
          <p:spPr>
            <a:xfrm>
              <a:off x="751392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" name="Google Shape;308;p22"/>
            <p:cNvSpPr/>
            <p:nvPr/>
          </p:nvSpPr>
          <p:spPr>
            <a:xfrm>
              <a:off x="751392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" name="Google Shape;309;p22"/>
          <p:cNvGrpSpPr/>
          <p:nvPr/>
        </p:nvGrpSpPr>
        <p:grpSpPr>
          <a:xfrm>
            <a:off x="11431080" y="6396480"/>
            <a:ext cx="3259080" cy="3023640"/>
            <a:chOff x="11431080" y="6396480"/>
            <a:chExt cx="3259080" cy="3023640"/>
          </a:xfrm>
        </p:grpSpPr>
        <p:sp>
          <p:nvSpPr>
            <p:cNvPr id="73" name="Google Shape;310;p22"/>
            <p:cNvSpPr/>
            <p:nvPr/>
          </p:nvSpPr>
          <p:spPr>
            <a:xfrm>
              <a:off x="11431080" y="6563880"/>
              <a:ext cx="3259080" cy="2108880"/>
            </a:xfrm>
            <a:custGeom>
              <a:avLst/>
              <a:gdLst/>
              <a:ahLst/>
              <a:rect l="l" t="t" r="r" b="b"/>
              <a:pathLst>
                <a:path w="927453" h="600243">
                  <a:moveTo>
                    <a:pt x="52248" y="0"/>
                  </a:moveTo>
                  <a:lnTo>
                    <a:pt x="875204" y="0"/>
                  </a:lnTo>
                  <a:cubicBezTo>
                    <a:pt x="889061" y="0"/>
                    <a:pt x="902351" y="5505"/>
                    <a:pt x="912149" y="15303"/>
                  </a:cubicBezTo>
                  <a:cubicBezTo>
                    <a:pt x="921948" y="25102"/>
                    <a:pt x="927453" y="38391"/>
                    <a:pt x="927453" y="52248"/>
                  </a:cubicBezTo>
                  <a:lnTo>
                    <a:pt x="927453" y="547994"/>
                  </a:lnTo>
                  <a:cubicBezTo>
                    <a:pt x="927453" y="561852"/>
                    <a:pt x="921948" y="575141"/>
                    <a:pt x="912149" y="584940"/>
                  </a:cubicBezTo>
                  <a:cubicBezTo>
                    <a:pt x="902351" y="594738"/>
                    <a:pt x="889061" y="600243"/>
                    <a:pt x="875204" y="600243"/>
                  </a:cubicBezTo>
                  <a:lnTo>
                    <a:pt x="52248" y="600243"/>
                  </a:lnTo>
                  <a:cubicBezTo>
                    <a:pt x="38391" y="600243"/>
                    <a:pt x="25102" y="594738"/>
                    <a:pt x="15303" y="584940"/>
                  </a:cubicBezTo>
                  <a:cubicBezTo>
                    <a:pt x="5505" y="575141"/>
                    <a:pt x="0" y="561852"/>
                    <a:pt x="0" y="547994"/>
                  </a:cubicBezTo>
                  <a:lnTo>
                    <a:pt x="0" y="52248"/>
                  </a:lnTo>
                  <a:cubicBezTo>
                    <a:pt x="0" y="38391"/>
                    <a:pt x="5505" y="25102"/>
                    <a:pt x="15303" y="15303"/>
                  </a:cubicBezTo>
                  <a:cubicBezTo>
                    <a:pt x="25102" y="5505"/>
                    <a:pt x="38391" y="0"/>
                    <a:pt x="52248" y="0"/>
                  </a:cubicBezTo>
                  <a:close/>
                </a:path>
              </a:pathLst>
            </a:custGeom>
            <a:solidFill>
              <a:srgbClr val="d1e9db"/>
            </a:solidFill>
            <a:ln w="123825">
              <a:solidFill>
                <a:srgbClr val="61b19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Google Shape;311;p22"/>
            <p:cNvSpPr/>
            <p:nvPr/>
          </p:nvSpPr>
          <p:spPr>
            <a:xfrm>
              <a:off x="11431080" y="6396480"/>
              <a:ext cx="2856240" cy="302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5" name="Google Shape;312;p22"/>
          <p:cNvSpPr/>
          <p:nvPr/>
        </p:nvSpPr>
        <p:spPr>
          <a:xfrm>
            <a:off x="379188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Books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6" name="Google Shape;313;p22"/>
          <p:cNvSpPr/>
          <p:nvPr/>
        </p:nvSpPr>
        <p:spPr>
          <a:xfrm>
            <a:off x="379188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Newspapers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7" name="Google Shape;314;p22"/>
          <p:cNvSpPr/>
          <p:nvPr/>
        </p:nvSpPr>
        <p:spPr>
          <a:xfrm>
            <a:off x="770760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Audiobooks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8" name="Google Shape;315;p22"/>
          <p:cNvSpPr/>
          <p:nvPr/>
        </p:nvSpPr>
        <p:spPr>
          <a:xfrm>
            <a:off x="770760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Videotapes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79" name="Google Shape;316;p22"/>
          <p:cNvSpPr/>
          <p:nvPr/>
        </p:nvSpPr>
        <p:spPr>
          <a:xfrm>
            <a:off x="11625840" y="495072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Maps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0" name="Google Shape;317;p22"/>
          <p:cNvSpPr/>
          <p:nvPr/>
        </p:nvSpPr>
        <p:spPr>
          <a:xfrm>
            <a:off x="11625840" y="7523280"/>
            <a:ext cx="286956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163968"/>
                </a:solidFill>
                <a:latin typeface="Prompt Light"/>
                <a:ea typeface="Prompt Light"/>
              </a:rPr>
              <a:t>DVDs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1" name="Google Shape;318;p22"/>
          <p:cNvSpPr/>
          <p:nvPr/>
        </p:nvSpPr>
        <p:spPr>
          <a:xfrm>
            <a:off x="4692960" y="4328640"/>
            <a:ext cx="106704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8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2" name="Google Shape;319;p22"/>
          <p:cNvSpPr/>
          <p:nvPr/>
        </p:nvSpPr>
        <p:spPr>
          <a:xfrm>
            <a:off x="4692960" y="6901560"/>
            <a:ext cx="106704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16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3" name="Google Shape;320;p22"/>
          <p:cNvSpPr/>
          <p:nvPr/>
        </p:nvSpPr>
        <p:spPr>
          <a:xfrm>
            <a:off x="8931240" y="432864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2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4" name="Google Shape;321;p22"/>
          <p:cNvSpPr/>
          <p:nvPr/>
        </p:nvSpPr>
        <p:spPr>
          <a:xfrm>
            <a:off x="8931240" y="690156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3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5" name="Google Shape;322;p22"/>
          <p:cNvSpPr/>
          <p:nvPr/>
        </p:nvSpPr>
        <p:spPr>
          <a:xfrm>
            <a:off x="12849120" y="4328640"/>
            <a:ext cx="423000" cy="7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12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6" name="Google Shape;323;p22"/>
          <p:cNvSpPr/>
          <p:nvPr/>
        </p:nvSpPr>
        <p:spPr>
          <a:xfrm>
            <a:off x="12849120" y="6901560"/>
            <a:ext cx="423000" cy="7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3300" spc="-1" strike="noStrike">
                <a:solidFill>
                  <a:srgbClr val="dd3d4e"/>
                </a:solidFill>
                <a:latin typeface="Russo One"/>
                <a:ea typeface="Russo One"/>
              </a:rPr>
              <a:t>4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87" name="Google Shape;324;p22"/>
          <p:cNvSpPr/>
          <p:nvPr/>
        </p:nvSpPr>
        <p:spPr>
          <a:xfrm>
            <a:off x="15777720" y="6757560"/>
            <a:ext cx="1481040" cy="3145680"/>
          </a:xfrm>
          <a:custGeom>
            <a:avLst/>
            <a:gdLst/>
            <a:ahLst/>
            <a:rect l="l" t="t" r="r" b="b"/>
            <a:pathLst>
              <a:path w="1481651" h="3146362">
                <a:moveTo>
                  <a:pt x="0" y="0"/>
                </a:moveTo>
                <a:lnTo>
                  <a:pt x="1481651" y="0"/>
                </a:lnTo>
                <a:lnTo>
                  <a:pt x="1481651" y="3146362"/>
                </a:lnTo>
                <a:lnTo>
                  <a:pt x="0" y="314636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Google Shape;325;p22"/>
          <p:cNvSpPr/>
          <p:nvPr/>
        </p:nvSpPr>
        <p:spPr>
          <a:xfrm>
            <a:off x="14639040" y="1099440"/>
            <a:ext cx="3269160" cy="3833640"/>
          </a:xfrm>
          <a:custGeom>
            <a:avLst/>
            <a:gdLst/>
            <a:ahLst/>
            <a:rect l="l" t="t" r="r" b="b"/>
            <a:pathLst>
              <a:path w="3269768" h="3834483">
                <a:moveTo>
                  <a:pt x="0" y="0"/>
                </a:moveTo>
                <a:lnTo>
                  <a:pt x="3269769" y="0"/>
                </a:lnTo>
                <a:lnTo>
                  <a:pt x="3269769" y="3834483"/>
                </a:lnTo>
                <a:lnTo>
                  <a:pt x="0" y="383448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Google Shape;326;p22"/>
          <p:cNvSpPr/>
          <p:nvPr/>
        </p:nvSpPr>
        <p:spPr>
          <a:xfrm>
            <a:off x="3837240" y="1047600"/>
            <a:ext cx="1061244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Question 01</a:t>
            </a:r>
            <a:endParaRPr b="0" lang="en-HK" sz="7100" spc="-1" strike="noStrike">
              <a:latin typeface="Arial"/>
            </a:endParaRPr>
          </a:p>
        </p:txBody>
      </p:sp>
      <p:sp>
        <p:nvSpPr>
          <p:cNvPr id="90" name="Google Shape;327;p22"/>
          <p:cNvSpPr/>
          <p:nvPr/>
        </p:nvSpPr>
        <p:spPr>
          <a:xfrm>
            <a:off x="4743720" y="2409840"/>
            <a:ext cx="879948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163968"/>
                </a:solidFill>
                <a:latin typeface="Russo One"/>
                <a:ea typeface="Russo One"/>
              </a:rPr>
              <a:t>you might find in a library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1" name="Google Shape;328;p22"/>
          <p:cNvSpPr/>
          <p:nvPr/>
        </p:nvSpPr>
        <p:spPr>
          <a:xfrm>
            <a:off x="6186240" y="3004560"/>
            <a:ext cx="591480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cap="rnd" w="76200">
            <a:solidFill>
              <a:srgbClr val="5b998d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Google Shape;329;p22"/>
          <p:cNvSpPr/>
          <p:nvPr/>
        </p:nvSpPr>
        <p:spPr>
          <a:xfrm>
            <a:off x="-440640" y="2358720"/>
            <a:ext cx="3518280" cy="1367280"/>
          </a:xfrm>
          <a:custGeom>
            <a:avLst/>
            <a:gdLst/>
            <a:ahLst/>
            <a:rect l="l" t="t" r="r" b="b"/>
            <a:pathLst>
              <a:path w="3518991" h="1368008">
                <a:moveTo>
                  <a:pt x="0" y="0"/>
                </a:moveTo>
                <a:lnTo>
                  <a:pt x="3518991" y="0"/>
                </a:lnTo>
                <a:lnTo>
                  <a:pt x="3518991" y="1368008"/>
                </a:lnTo>
                <a:lnTo>
                  <a:pt x="0" y="136800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334;p23"/>
          <p:cNvSpPr/>
          <p:nvPr/>
        </p:nvSpPr>
        <p:spPr>
          <a:xfrm>
            <a:off x="1028880" y="957240"/>
            <a:ext cx="162298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Answer Sheet</a:t>
            </a:r>
            <a:endParaRPr b="0" lang="en-HK" sz="7100" spc="-1" strike="noStrike">
              <a:latin typeface="Arial"/>
            </a:endParaRPr>
          </a:p>
        </p:txBody>
      </p:sp>
      <p:sp>
        <p:nvSpPr>
          <p:cNvPr id="94" name="Google Shape;335;p23"/>
          <p:cNvSpPr/>
          <p:nvPr/>
        </p:nvSpPr>
        <p:spPr>
          <a:xfrm>
            <a:off x="672480" y="7605360"/>
            <a:ext cx="4076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95" name="Google Shape;336;p23"/>
          <p:cNvSpPr/>
          <p:nvPr/>
        </p:nvSpPr>
        <p:spPr>
          <a:xfrm>
            <a:off x="102888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6" name="Google Shape;337;p23"/>
          <p:cNvSpPr/>
          <p:nvPr/>
        </p:nvSpPr>
        <p:spPr>
          <a:xfrm>
            <a:off x="531720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7" name="Google Shape;338;p23"/>
          <p:cNvSpPr/>
          <p:nvPr/>
        </p:nvSpPr>
        <p:spPr>
          <a:xfrm>
            <a:off x="960624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8" name="Google Shape;339;p23"/>
          <p:cNvSpPr/>
          <p:nvPr/>
        </p:nvSpPr>
        <p:spPr>
          <a:xfrm>
            <a:off x="13894920" y="8246880"/>
            <a:ext cx="33642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Elaborate on what</a:t>
            </a:r>
            <a:endParaRPr b="0" lang="en-HK" sz="2300" spc="-1" strike="noStrike">
              <a:latin typeface="Arial"/>
            </a:endParaRPr>
          </a:p>
          <a:p>
            <a:pPr algn="ctr"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2300" spc="-1" strike="noStrike">
                <a:solidFill>
                  <a:srgbClr val="163968"/>
                </a:solidFill>
                <a:latin typeface="Prompt Light"/>
                <a:ea typeface="Prompt Light"/>
              </a:rPr>
              <a:t>you want to discuss.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99" name="Google Shape;340;p23"/>
          <p:cNvSpPr/>
          <p:nvPr/>
        </p:nvSpPr>
        <p:spPr>
          <a:xfrm>
            <a:off x="4855320" y="7605360"/>
            <a:ext cx="4287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0" name="Google Shape;341;p23"/>
          <p:cNvSpPr/>
          <p:nvPr/>
        </p:nvSpPr>
        <p:spPr>
          <a:xfrm>
            <a:off x="13217760" y="7605360"/>
            <a:ext cx="4717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1" name="Google Shape;342;p23"/>
          <p:cNvSpPr/>
          <p:nvPr/>
        </p:nvSpPr>
        <p:spPr>
          <a:xfrm>
            <a:off x="9036000" y="7605360"/>
            <a:ext cx="4503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163968"/>
                </a:solidFill>
                <a:latin typeface="Russo One"/>
                <a:ea typeface="Russo One"/>
              </a:rPr>
              <a:t>Add a main point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02" name="Google Shape;343;p23"/>
          <p:cNvSpPr/>
          <p:nvPr/>
        </p:nvSpPr>
        <p:spPr>
          <a:xfrm>
            <a:off x="936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Google Shape;344;p23"/>
          <p:cNvSpPr/>
          <p:nvPr/>
        </p:nvSpPr>
        <p:spPr>
          <a:xfrm>
            <a:off x="617832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Google Shape;345;p23"/>
          <p:cNvSpPr/>
          <p:nvPr/>
        </p:nvSpPr>
        <p:spPr>
          <a:xfrm>
            <a:off x="12346920" y="2707920"/>
            <a:ext cx="6186960" cy="3975840"/>
          </a:xfrm>
          <a:custGeom>
            <a:avLst/>
            <a:gdLst/>
            <a:ahLst/>
            <a:rect l="l" t="t" r="r" b="b"/>
            <a:pathLst>
              <a:path w="6187758" h="3976687">
                <a:moveTo>
                  <a:pt x="0" y="0"/>
                </a:moveTo>
                <a:lnTo>
                  <a:pt x="6187758" y="0"/>
                </a:lnTo>
                <a:lnTo>
                  <a:pt x="6187758" y="3976688"/>
                </a:lnTo>
                <a:lnTo>
                  <a:pt x="0" y="39766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350;p24"/>
          <p:cNvSpPr/>
          <p:nvPr/>
        </p:nvSpPr>
        <p:spPr>
          <a:xfrm>
            <a:off x="1028880" y="1052640"/>
            <a:ext cx="162298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100" spc="-1" strike="noStrike">
                <a:solidFill>
                  <a:srgbClr val="ffffff"/>
                </a:solidFill>
                <a:latin typeface="Russo One"/>
                <a:ea typeface="Russo One"/>
              </a:rPr>
              <a:t>Score Board</a:t>
            </a:r>
            <a:endParaRPr b="0" lang="en-HK" sz="7100" spc="-1" strike="noStrike">
              <a:latin typeface="Arial"/>
            </a:endParaRPr>
          </a:p>
        </p:txBody>
      </p:sp>
      <p:graphicFrame>
        <p:nvGraphicFramePr>
          <p:cNvPr id="106" name="Google Shape;351;p24"/>
          <p:cNvGraphicFramePr/>
          <p:nvPr/>
        </p:nvGraphicFramePr>
        <p:xfrm>
          <a:off x="3547800" y="3103560"/>
          <a:ext cx="11172600" cy="5936400"/>
        </p:xfrm>
        <a:graphic>
          <a:graphicData uri="http://schemas.openxmlformats.org/drawingml/2006/table">
            <a:tbl>
              <a:tblPr/>
              <a:tblGrid>
                <a:gridCol w="2793240"/>
                <a:gridCol w="2793240"/>
                <a:gridCol w="2793240"/>
                <a:gridCol w="2793240"/>
              </a:tblGrid>
              <a:tr h="113256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Table 1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T2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T3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230" spc="-1" strike="noStrike">
                          <a:solidFill>
                            <a:srgbClr val="ffffff"/>
                          </a:solidFill>
                          <a:latin typeface="Russo One"/>
                          <a:ea typeface="Russo One"/>
                        </a:rPr>
                        <a:t>T4</a:t>
                      </a:r>
                      <a:endParaRPr b="0" lang="en-HK" sz="323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81cdc1"/>
                      </a:solidFill>
                    </a:lnB>
                    <a:solidFill>
                      <a:srgbClr val="dd3d4e"/>
                    </a:solidFill>
                  </a:tcPr>
                </a:tc>
              </a:tr>
              <a:tr h="189036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49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74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81cdc1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  <a:tr h="145692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89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166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196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432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  <a:tr h="1456920"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275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395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397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  <a:tc>
                  <a:txBody>
                    <a:bodyPr lIns="191880" rIns="191880" anchor="ctr">
                      <a:noAutofit/>
                    </a:bodyPr>
                    <a:p>
                      <a:pPr algn="ctr">
                        <a:lnSpc>
                          <a:spcPct val="12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3400" spc="-1" strike="noStrike">
                          <a:solidFill>
                            <a:srgbClr val="163968"/>
                          </a:solidFill>
                          <a:latin typeface="Prompt Light"/>
                          <a:ea typeface="Prompt Light"/>
                        </a:rPr>
                        <a:t>653</a:t>
                      </a:r>
                      <a:endParaRPr b="0" lang="en-HK" sz="3400" spc="-1" strike="noStrike">
                        <a:latin typeface="Arial"/>
                      </a:endParaRPr>
                    </a:p>
                  </a:txBody>
                  <a:tcPr anchor="ctr" marL="191880" marR="191880">
                    <a:lnL w="9360">
                      <a:solidFill>
                        <a:srgbClr val="ffffff"/>
                      </a:solidFill>
                    </a:lnL>
                    <a:lnR w="9360">
                      <a:solidFill>
                        <a:srgbClr val="ffffff"/>
                      </a:solidFill>
                    </a:lnR>
                    <a:lnT w="9360">
                      <a:solidFill>
                        <a:srgbClr val="ffffff"/>
                      </a:solidFill>
                    </a:lnT>
                    <a:lnB w="9360">
                      <a:solidFill>
                        <a:srgbClr val="ffffff"/>
                      </a:solidFill>
                    </a:lnB>
                    <a:solidFill>
                      <a:srgbClr val="d1e9db"/>
                    </a:solidFill>
                  </a:tcPr>
                </a:tc>
              </a:tr>
            </a:tbl>
          </a:graphicData>
        </a:graphic>
      </p:graphicFrame>
      <p:sp>
        <p:nvSpPr>
          <p:cNvPr id="107" name="Google Shape;352;p24"/>
          <p:cNvSpPr/>
          <p:nvPr/>
        </p:nvSpPr>
        <p:spPr>
          <a:xfrm>
            <a:off x="15149520" y="869760"/>
            <a:ext cx="2666880" cy="5201640"/>
          </a:xfrm>
          <a:custGeom>
            <a:avLst/>
            <a:gdLst/>
            <a:ahLst/>
            <a:rect l="l" t="t" r="r" b="b"/>
            <a:pathLst>
              <a:path w="2667761" h="5202524">
                <a:moveTo>
                  <a:pt x="0" y="0"/>
                </a:moveTo>
                <a:lnTo>
                  <a:pt x="2667761" y="0"/>
                </a:lnTo>
                <a:lnTo>
                  <a:pt x="2667761" y="5202524"/>
                </a:lnTo>
                <a:lnTo>
                  <a:pt x="0" y="520252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Google Shape;353;p24"/>
          <p:cNvSpPr/>
          <p:nvPr/>
        </p:nvSpPr>
        <p:spPr>
          <a:xfrm>
            <a:off x="941760" y="5873400"/>
            <a:ext cx="1715760" cy="3911760"/>
          </a:xfrm>
          <a:custGeom>
            <a:avLst/>
            <a:gdLst/>
            <a:ahLst/>
            <a:rect l="l" t="t" r="r" b="b"/>
            <a:pathLst>
              <a:path w="1716551" h="3912440">
                <a:moveTo>
                  <a:pt x="0" y="0"/>
                </a:moveTo>
                <a:lnTo>
                  <a:pt x="1716551" y="0"/>
                </a:lnTo>
                <a:lnTo>
                  <a:pt x="1716551" y="3912440"/>
                </a:lnTo>
                <a:lnTo>
                  <a:pt x="0" y="391244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Google Shape;354;p24"/>
          <p:cNvSpPr/>
          <p:nvPr/>
        </p:nvSpPr>
        <p:spPr>
          <a:xfrm>
            <a:off x="941760" y="1062000"/>
            <a:ext cx="2175840" cy="3429360"/>
          </a:xfrm>
          <a:custGeom>
            <a:avLst/>
            <a:gdLst/>
            <a:ahLst/>
            <a:rect l="l" t="t" r="r" b="b"/>
            <a:pathLst>
              <a:path w="2176571" h="3430126">
                <a:moveTo>
                  <a:pt x="0" y="0"/>
                </a:moveTo>
                <a:lnTo>
                  <a:pt x="2176570" y="0"/>
                </a:lnTo>
                <a:lnTo>
                  <a:pt x="2176570" y="3430125"/>
                </a:lnTo>
                <a:lnTo>
                  <a:pt x="0" y="343012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Google Shape;355;p24"/>
          <p:cNvSpPr/>
          <p:nvPr/>
        </p:nvSpPr>
        <p:spPr>
          <a:xfrm>
            <a:off x="15876360" y="7829640"/>
            <a:ext cx="2175840" cy="3429360"/>
          </a:xfrm>
          <a:custGeom>
            <a:avLst/>
            <a:gdLst/>
            <a:ahLst/>
            <a:rect l="l" t="t" r="r" b="b"/>
            <a:pathLst>
              <a:path w="2176571" h="3430126">
                <a:moveTo>
                  <a:pt x="0" y="0"/>
                </a:moveTo>
                <a:lnTo>
                  <a:pt x="2176571" y="0"/>
                </a:lnTo>
                <a:lnTo>
                  <a:pt x="2176571" y="3430126"/>
                </a:lnTo>
                <a:lnTo>
                  <a:pt x="0" y="343012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1cd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575;p32"/>
          <p:cNvSpPr/>
          <p:nvPr/>
        </p:nvSpPr>
        <p:spPr>
          <a:xfrm rot="10800000">
            <a:off x="-641160" y="576540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0" y="0"/>
                </a:moveTo>
                <a:lnTo>
                  <a:pt x="9851880" y="0"/>
                </a:lnTo>
                <a:lnTo>
                  <a:pt x="9851880" y="4918213"/>
                </a:lnTo>
                <a:lnTo>
                  <a:pt x="0" y="491821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Google Shape;576;p32"/>
          <p:cNvSpPr/>
          <p:nvPr/>
        </p:nvSpPr>
        <p:spPr>
          <a:xfrm>
            <a:off x="9209880" y="-8856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0" y="0"/>
                </a:moveTo>
                <a:lnTo>
                  <a:pt x="9851880" y="0"/>
                </a:lnTo>
                <a:lnTo>
                  <a:pt x="9851880" y="4918213"/>
                </a:lnTo>
                <a:lnTo>
                  <a:pt x="0" y="491821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Google Shape;577;p32"/>
          <p:cNvSpPr/>
          <p:nvPr/>
        </p:nvSpPr>
        <p:spPr>
          <a:xfrm flipH="1" rot="10800000">
            <a:off x="9209880" y="576612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9851880" y="0"/>
                </a:moveTo>
                <a:lnTo>
                  <a:pt x="0" y="0"/>
                </a:lnTo>
                <a:lnTo>
                  <a:pt x="0" y="4918213"/>
                </a:lnTo>
                <a:lnTo>
                  <a:pt x="9851880" y="4918213"/>
                </a:lnTo>
                <a:lnTo>
                  <a:pt x="985188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Google Shape;578;p32"/>
          <p:cNvSpPr/>
          <p:nvPr/>
        </p:nvSpPr>
        <p:spPr>
          <a:xfrm flipH="1">
            <a:off x="-642960" y="-88560"/>
            <a:ext cx="9851040" cy="4917600"/>
          </a:xfrm>
          <a:custGeom>
            <a:avLst/>
            <a:gdLst/>
            <a:ahLst/>
            <a:rect l="l" t="t" r="r" b="b"/>
            <a:pathLst>
              <a:path w="9851880" h="4918213">
                <a:moveTo>
                  <a:pt x="9851880" y="0"/>
                </a:moveTo>
                <a:lnTo>
                  <a:pt x="0" y="0"/>
                </a:lnTo>
                <a:lnTo>
                  <a:pt x="0" y="4918213"/>
                </a:lnTo>
                <a:lnTo>
                  <a:pt x="9851880" y="4918213"/>
                </a:lnTo>
                <a:lnTo>
                  <a:pt x="9851880" y="0"/>
                </a:lnTo>
                <a:close/>
              </a:path>
            </a:pathLst>
          </a:cu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Google Shape;579;p32"/>
          <p:cNvSpPr/>
          <p:nvPr/>
        </p:nvSpPr>
        <p:spPr>
          <a:xfrm>
            <a:off x="-1921680" y="564120"/>
            <a:ext cx="4984200" cy="5830920"/>
          </a:xfrm>
          <a:custGeom>
            <a:avLst/>
            <a:gdLst/>
            <a:ahLst/>
            <a:rect l="l" t="t" r="r" b="b"/>
            <a:pathLst>
              <a:path w="4984756" h="5831790">
                <a:moveTo>
                  <a:pt x="0" y="0"/>
                </a:moveTo>
                <a:lnTo>
                  <a:pt x="4984756" y="0"/>
                </a:lnTo>
                <a:lnTo>
                  <a:pt x="4984756" y="5831790"/>
                </a:lnTo>
                <a:lnTo>
                  <a:pt x="0" y="583179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Google Shape;580;p32"/>
          <p:cNvSpPr/>
          <p:nvPr/>
        </p:nvSpPr>
        <p:spPr>
          <a:xfrm>
            <a:off x="11585520" y="4360320"/>
            <a:ext cx="9095400" cy="7063560"/>
          </a:xfrm>
          <a:custGeom>
            <a:avLst/>
            <a:gdLst/>
            <a:ahLst/>
            <a:rect l="l" t="t" r="r" b="b"/>
            <a:pathLst>
              <a:path w="9096106" h="7064248">
                <a:moveTo>
                  <a:pt x="0" y="0"/>
                </a:moveTo>
                <a:lnTo>
                  <a:pt x="9096105" y="0"/>
                </a:lnTo>
                <a:lnTo>
                  <a:pt x="9096105" y="7064248"/>
                </a:lnTo>
                <a:lnTo>
                  <a:pt x="0" y="706424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17" name="Google Shape;581;p32"/>
          <p:cNvGrpSpPr/>
          <p:nvPr/>
        </p:nvGrpSpPr>
        <p:grpSpPr>
          <a:xfrm>
            <a:off x="2736360" y="1994760"/>
            <a:ext cx="12814920" cy="6116040"/>
            <a:chOff x="2736360" y="1994760"/>
            <a:chExt cx="12814920" cy="6116040"/>
          </a:xfrm>
        </p:grpSpPr>
        <p:sp>
          <p:nvSpPr>
            <p:cNvPr id="118" name="Google Shape;582;p32"/>
            <p:cNvSpPr/>
            <p:nvPr/>
          </p:nvSpPr>
          <p:spPr>
            <a:xfrm>
              <a:off x="2736360" y="2175480"/>
              <a:ext cx="12814920" cy="5935320"/>
            </a:xfrm>
            <a:custGeom>
              <a:avLst/>
              <a:gdLst/>
              <a:ahLst/>
              <a:rect l="l" t="t" r="r" b="b"/>
              <a:pathLst>
                <a:path w="3375278" h="1563410">
                  <a:moveTo>
                    <a:pt x="30809" y="0"/>
                  </a:moveTo>
                  <a:lnTo>
                    <a:pt x="3344468" y="0"/>
                  </a:lnTo>
                  <a:cubicBezTo>
                    <a:pt x="3361484" y="0"/>
                    <a:pt x="3375278" y="13794"/>
                    <a:pt x="3375278" y="30809"/>
                  </a:cubicBezTo>
                  <a:lnTo>
                    <a:pt x="3375278" y="1532600"/>
                  </a:lnTo>
                  <a:cubicBezTo>
                    <a:pt x="3375278" y="1540771"/>
                    <a:pt x="3372032" y="1548608"/>
                    <a:pt x="3366254" y="1554386"/>
                  </a:cubicBezTo>
                  <a:cubicBezTo>
                    <a:pt x="3360476" y="1560164"/>
                    <a:pt x="3352640" y="1563410"/>
                    <a:pt x="3344468" y="1563410"/>
                  </a:cubicBezTo>
                  <a:lnTo>
                    <a:pt x="30809" y="1563410"/>
                  </a:lnTo>
                  <a:cubicBezTo>
                    <a:pt x="13794" y="1563410"/>
                    <a:pt x="0" y="1549616"/>
                    <a:pt x="0" y="1532600"/>
                  </a:cubicBezTo>
                  <a:lnTo>
                    <a:pt x="0" y="30809"/>
                  </a:lnTo>
                  <a:cubicBezTo>
                    <a:pt x="0" y="13794"/>
                    <a:pt x="13794" y="0"/>
                    <a:pt x="30809" y="0"/>
                  </a:cubicBezTo>
                  <a:close/>
                </a:path>
              </a:pathLst>
            </a:custGeom>
            <a:solidFill>
              <a:srgbClr val="dd3d4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9" name="Google Shape;583;p32"/>
            <p:cNvSpPr/>
            <p:nvPr/>
          </p:nvSpPr>
          <p:spPr>
            <a:xfrm>
              <a:off x="2736360" y="1994760"/>
              <a:ext cx="3085200" cy="32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0" name="Google Shape;584;p32"/>
          <p:cNvGrpSpPr/>
          <p:nvPr/>
        </p:nvGrpSpPr>
        <p:grpSpPr>
          <a:xfrm>
            <a:off x="3241440" y="2668680"/>
            <a:ext cx="11804400" cy="4768200"/>
            <a:chOff x="3241440" y="2668680"/>
            <a:chExt cx="11804400" cy="4768200"/>
          </a:xfrm>
        </p:grpSpPr>
        <p:sp>
          <p:nvSpPr>
            <p:cNvPr id="121" name="Google Shape;585;p32"/>
            <p:cNvSpPr/>
            <p:nvPr/>
          </p:nvSpPr>
          <p:spPr>
            <a:xfrm>
              <a:off x="3241440" y="2849400"/>
              <a:ext cx="11804400" cy="4587480"/>
            </a:xfrm>
            <a:custGeom>
              <a:avLst/>
              <a:gdLst/>
              <a:ahLst/>
              <a:rect l="l" t="t" r="r" b="b"/>
              <a:pathLst>
                <a:path w="3109164" h="1208412">
                  <a:moveTo>
                    <a:pt x="0" y="0"/>
                  </a:moveTo>
                  <a:lnTo>
                    <a:pt x="3109164" y="0"/>
                  </a:lnTo>
                  <a:lnTo>
                    <a:pt x="3109164" y="1208412"/>
                  </a:lnTo>
                  <a:lnTo>
                    <a:pt x="0" y="1208412"/>
                  </a:lnTo>
                  <a:close/>
                </a:path>
              </a:pathLst>
            </a:custGeom>
            <a:solidFill>
              <a:srgbClr val="2a6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2" name="Google Shape;586;p32"/>
            <p:cNvSpPr/>
            <p:nvPr/>
          </p:nvSpPr>
          <p:spPr>
            <a:xfrm>
              <a:off x="3241440" y="2668680"/>
              <a:ext cx="3085200" cy="3266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3" name="Google Shape;587;p32"/>
          <p:cNvGrpSpPr/>
          <p:nvPr/>
        </p:nvGrpSpPr>
        <p:grpSpPr>
          <a:xfrm>
            <a:off x="3242160" y="2373840"/>
            <a:ext cx="11803320" cy="249840"/>
            <a:chOff x="3242160" y="2373840"/>
            <a:chExt cx="11803320" cy="249840"/>
          </a:xfrm>
        </p:grpSpPr>
        <p:grpSp>
          <p:nvGrpSpPr>
            <p:cNvPr id="124" name="Google Shape;588;p32"/>
            <p:cNvGrpSpPr/>
            <p:nvPr/>
          </p:nvGrpSpPr>
          <p:grpSpPr>
            <a:xfrm>
              <a:off x="3242160" y="2373840"/>
              <a:ext cx="248760" cy="249840"/>
              <a:chOff x="3242160" y="2373840"/>
              <a:chExt cx="248760" cy="249840"/>
            </a:xfrm>
          </p:grpSpPr>
          <p:sp>
            <p:nvSpPr>
              <p:cNvPr id="125" name="Google Shape;589;p32"/>
              <p:cNvSpPr/>
              <p:nvPr/>
            </p:nvSpPr>
            <p:spPr>
              <a:xfrm>
                <a:off x="32421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26" name="Google Shape;590;p32"/>
              <p:cNvSpPr/>
              <p:nvPr/>
            </p:nvSpPr>
            <p:spPr>
              <a:xfrm>
                <a:off x="326484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27" name="Google Shape;591;p32"/>
            <p:cNvGrpSpPr/>
            <p:nvPr/>
          </p:nvGrpSpPr>
          <p:grpSpPr>
            <a:xfrm>
              <a:off x="8744040" y="2373840"/>
              <a:ext cx="248760" cy="249840"/>
              <a:chOff x="8744040" y="2373840"/>
              <a:chExt cx="248760" cy="249840"/>
            </a:xfrm>
          </p:grpSpPr>
          <p:sp>
            <p:nvSpPr>
              <p:cNvPr id="128" name="Google Shape;592;p32"/>
              <p:cNvSpPr/>
              <p:nvPr/>
            </p:nvSpPr>
            <p:spPr>
              <a:xfrm>
                <a:off x="87440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29" name="Google Shape;593;p32"/>
              <p:cNvSpPr/>
              <p:nvPr/>
            </p:nvSpPr>
            <p:spPr>
              <a:xfrm>
                <a:off x="87670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0" name="Google Shape;594;p32"/>
            <p:cNvGrpSpPr/>
            <p:nvPr/>
          </p:nvGrpSpPr>
          <p:grpSpPr>
            <a:xfrm>
              <a:off x="5992920" y="2373840"/>
              <a:ext cx="248760" cy="249840"/>
              <a:chOff x="5992920" y="2373840"/>
              <a:chExt cx="248760" cy="249840"/>
            </a:xfrm>
          </p:grpSpPr>
          <p:sp>
            <p:nvSpPr>
              <p:cNvPr id="131" name="Google Shape;595;p32"/>
              <p:cNvSpPr/>
              <p:nvPr/>
            </p:nvSpPr>
            <p:spPr>
              <a:xfrm>
                <a:off x="59929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2" name="Google Shape;596;p32"/>
              <p:cNvSpPr/>
              <p:nvPr/>
            </p:nvSpPr>
            <p:spPr>
              <a:xfrm>
                <a:off x="60159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3" name="Google Shape;597;p32"/>
            <p:cNvGrpSpPr/>
            <p:nvPr/>
          </p:nvGrpSpPr>
          <p:grpSpPr>
            <a:xfrm>
              <a:off x="11495160" y="2373840"/>
              <a:ext cx="248760" cy="249840"/>
              <a:chOff x="11495160" y="2373840"/>
              <a:chExt cx="248760" cy="249840"/>
            </a:xfrm>
          </p:grpSpPr>
          <p:sp>
            <p:nvSpPr>
              <p:cNvPr id="134" name="Google Shape;598;p32"/>
              <p:cNvSpPr/>
              <p:nvPr/>
            </p:nvSpPr>
            <p:spPr>
              <a:xfrm>
                <a:off x="114951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Google Shape;599;p32"/>
              <p:cNvSpPr/>
              <p:nvPr/>
            </p:nvSpPr>
            <p:spPr>
              <a:xfrm>
                <a:off x="115182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6" name="Google Shape;600;p32"/>
            <p:cNvGrpSpPr/>
            <p:nvPr/>
          </p:nvGrpSpPr>
          <p:grpSpPr>
            <a:xfrm>
              <a:off x="3792240" y="2373840"/>
              <a:ext cx="248760" cy="249840"/>
              <a:chOff x="3792240" y="2373840"/>
              <a:chExt cx="248760" cy="249840"/>
            </a:xfrm>
          </p:grpSpPr>
          <p:sp>
            <p:nvSpPr>
              <p:cNvPr id="137" name="Google Shape;601;p32"/>
              <p:cNvSpPr/>
              <p:nvPr/>
            </p:nvSpPr>
            <p:spPr>
              <a:xfrm>
                <a:off x="37922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Google Shape;602;p32"/>
              <p:cNvSpPr/>
              <p:nvPr/>
            </p:nvSpPr>
            <p:spPr>
              <a:xfrm>
                <a:off x="38152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39" name="Google Shape;603;p32"/>
            <p:cNvGrpSpPr/>
            <p:nvPr/>
          </p:nvGrpSpPr>
          <p:grpSpPr>
            <a:xfrm>
              <a:off x="9294480" y="2373840"/>
              <a:ext cx="248760" cy="249840"/>
              <a:chOff x="9294480" y="2373840"/>
              <a:chExt cx="248760" cy="249840"/>
            </a:xfrm>
          </p:grpSpPr>
          <p:sp>
            <p:nvSpPr>
              <p:cNvPr id="140" name="Google Shape;604;p32"/>
              <p:cNvSpPr/>
              <p:nvPr/>
            </p:nvSpPr>
            <p:spPr>
              <a:xfrm>
                <a:off x="92944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1" name="Google Shape;605;p32"/>
              <p:cNvSpPr/>
              <p:nvPr/>
            </p:nvSpPr>
            <p:spPr>
              <a:xfrm>
                <a:off x="93171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2" name="Google Shape;606;p32"/>
            <p:cNvGrpSpPr/>
            <p:nvPr/>
          </p:nvGrpSpPr>
          <p:grpSpPr>
            <a:xfrm>
              <a:off x="6543360" y="2373840"/>
              <a:ext cx="248760" cy="249840"/>
              <a:chOff x="6543360" y="2373840"/>
              <a:chExt cx="248760" cy="249840"/>
            </a:xfrm>
          </p:grpSpPr>
          <p:sp>
            <p:nvSpPr>
              <p:cNvPr id="143" name="Google Shape;607;p32"/>
              <p:cNvSpPr/>
              <p:nvPr/>
            </p:nvSpPr>
            <p:spPr>
              <a:xfrm>
                <a:off x="65433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4" name="Google Shape;608;p32"/>
              <p:cNvSpPr/>
              <p:nvPr/>
            </p:nvSpPr>
            <p:spPr>
              <a:xfrm>
                <a:off x="65664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5" name="Google Shape;609;p32"/>
            <p:cNvGrpSpPr/>
            <p:nvPr/>
          </p:nvGrpSpPr>
          <p:grpSpPr>
            <a:xfrm>
              <a:off x="12045600" y="2373840"/>
              <a:ext cx="248760" cy="249840"/>
              <a:chOff x="12045600" y="2373840"/>
              <a:chExt cx="248760" cy="249840"/>
            </a:xfrm>
          </p:grpSpPr>
          <p:sp>
            <p:nvSpPr>
              <p:cNvPr id="146" name="Google Shape;610;p32"/>
              <p:cNvSpPr/>
              <p:nvPr/>
            </p:nvSpPr>
            <p:spPr>
              <a:xfrm>
                <a:off x="120456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7" name="Google Shape;611;p32"/>
              <p:cNvSpPr/>
              <p:nvPr/>
            </p:nvSpPr>
            <p:spPr>
              <a:xfrm>
                <a:off x="120682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48" name="Google Shape;612;p32"/>
            <p:cNvGrpSpPr/>
            <p:nvPr/>
          </p:nvGrpSpPr>
          <p:grpSpPr>
            <a:xfrm>
              <a:off x="4342320" y="2373840"/>
              <a:ext cx="248760" cy="249840"/>
              <a:chOff x="4342320" y="2373840"/>
              <a:chExt cx="248760" cy="249840"/>
            </a:xfrm>
          </p:grpSpPr>
          <p:sp>
            <p:nvSpPr>
              <p:cNvPr id="149" name="Google Shape;613;p32"/>
              <p:cNvSpPr/>
              <p:nvPr/>
            </p:nvSpPr>
            <p:spPr>
              <a:xfrm>
                <a:off x="43423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0" name="Google Shape;614;p32"/>
              <p:cNvSpPr/>
              <p:nvPr/>
            </p:nvSpPr>
            <p:spPr>
              <a:xfrm>
                <a:off x="43653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1" name="Google Shape;615;p32"/>
            <p:cNvGrpSpPr/>
            <p:nvPr/>
          </p:nvGrpSpPr>
          <p:grpSpPr>
            <a:xfrm>
              <a:off x="9844560" y="2373840"/>
              <a:ext cx="248760" cy="249840"/>
              <a:chOff x="9844560" y="2373840"/>
              <a:chExt cx="248760" cy="249840"/>
            </a:xfrm>
          </p:grpSpPr>
          <p:sp>
            <p:nvSpPr>
              <p:cNvPr id="152" name="Google Shape;616;p32"/>
              <p:cNvSpPr/>
              <p:nvPr/>
            </p:nvSpPr>
            <p:spPr>
              <a:xfrm>
                <a:off x="98445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3" name="Google Shape;617;p32"/>
              <p:cNvSpPr/>
              <p:nvPr/>
            </p:nvSpPr>
            <p:spPr>
              <a:xfrm>
                <a:off x="98676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4" name="Google Shape;618;p32"/>
            <p:cNvGrpSpPr/>
            <p:nvPr/>
          </p:nvGrpSpPr>
          <p:grpSpPr>
            <a:xfrm>
              <a:off x="7093440" y="2373840"/>
              <a:ext cx="248760" cy="249840"/>
              <a:chOff x="7093440" y="2373840"/>
              <a:chExt cx="248760" cy="249840"/>
            </a:xfrm>
          </p:grpSpPr>
          <p:sp>
            <p:nvSpPr>
              <p:cNvPr id="155" name="Google Shape;619;p32"/>
              <p:cNvSpPr/>
              <p:nvPr/>
            </p:nvSpPr>
            <p:spPr>
              <a:xfrm>
                <a:off x="70934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6" name="Google Shape;620;p32"/>
              <p:cNvSpPr/>
              <p:nvPr/>
            </p:nvSpPr>
            <p:spPr>
              <a:xfrm>
                <a:off x="71164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57" name="Google Shape;621;p32"/>
            <p:cNvGrpSpPr/>
            <p:nvPr/>
          </p:nvGrpSpPr>
          <p:grpSpPr>
            <a:xfrm>
              <a:off x="12595680" y="2373840"/>
              <a:ext cx="248760" cy="249840"/>
              <a:chOff x="12595680" y="2373840"/>
              <a:chExt cx="248760" cy="249840"/>
            </a:xfrm>
          </p:grpSpPr>
          <p:sp>
            <p:nvSpPr>
              <p:cNvPr id="158" name="Google Shape;622;p32"/>
              <p:cNvSpPr/>
              <p:nvPr/>
            </p:nvSpPr>
            <p:spPr>
              <a:xfrm>
                <a:off x="125956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9" name="Google Shape;623;p32"/>
              <p:cNvSpPr/>
              <p:nvPr/>
            </p:nvSpPr>
            <p:spPr>
              <a:xfrm>
                <a:off x="126187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0" name="Google Shape;624;p32"/>
            <p:cNvGrpSpPr/>
            <p:nvPr/>
          </p:nvGrpSpPr>
          <p:grpSpPr>
            <a:xfrm>
              <a:off x="4892760" y="2373840"/>
              <a:ext cx="248760" cy="249840"/>
              <a:chOff x="4892760" y="2373840"/>
              <a:chExt cx="248760" cy="249840"/>
            </a:xfrm>
          </p:grpSpPr>
          <p:sp>
            <p:nvSpPr>
              <p:cNvPr id="161" name="Google Shape;625;p32"/>
              <p:cNvSpPr/>
              <p:nvPr/>
            </p:nvSpPr>
            <p:spPr>
              <a:xfrm>
                <a:off x="48927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2" name="Google Shape;626;p32"/>
              <p:cNvSpPr/>
              <p:nvPr/>
            </p:nvSpPr>
            <p:spPr>
              <a:xfrm>
                <a:off x="491544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3" name="Google Shape;627;p32"/>
            <p:cNvGrpSpPr/>
            <p:nvPr/>
          </p:nvGrpSpPr>
          <p:grpSpPr>
            <a:xfrm>
              <a:off x="10395000" y="2373840"/>
              <a:ext cx="248760" cy="249840"/>
              <a:chOff x="10395000" y="2373840"/>
              <a:chExt cx="248760" cy="249840"/>
            </a:xfrm>
          </p:grpSpPr>
          <p:sp>
            <p:nvSpPr>
              <p:cNvPr id="164" name="Google Shape;628;p32"/>
              <p:cNvSpPr/>
              <p:nvPr/>
            </p:nvSpPr>
            <p:spPr>
              <a:xfrm>
                <a:off x="103950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5" name="Google Shape;629;p32"/>
              <p:cNvSpPr/>
              <p:nvPr/>
            </p:nvSpPr>
            <p:spPr>
              <a:xfrm>
                <a:off x="104176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6" name="Google Shape;630;p32"/>
            <p:cNvGrpSpPr/>
            <p:nvPr/>
          </p:nvGrpSpPr>
          <p:grpSpPr>
            <a:xfrm>
              <a:off x="7643880" y="2373840"/>
              <a:ext cx="248760" cy="249840"/>
              <a:chOff x="7643880" y="2373840"/>
              <a:chExt cx="248760" cy="249840"/>
            </a:xfrm>
          </p:grpSpPr>
          <p:sp>
            <p:nvSpPr>
              <p:cNvPr id="167" name="Google Shape;631;p32"/>
              <p:cNvSpPr/>
              <p:nvPr/>
            </p:nvSpPr>
            <p:spPr>
              <a:xfrm>
                <a:off x="76438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68" name="Google Shape;632;p32"/>
              <p:cNvSpPr/>
              <p:nvPr/>
            </p:nvSpPr>
            <p:spPr>
              <a:xfrm>
                <a:off x="766656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69" name="Google Shape;633;p32"/>
            <p:cNvGrpSpPr/>
            <p:nvPr/>
          </p:nvGrpSpPr>
          <p:grpSpPr>
            <a:xfrm>
              <a:off x="13145760" y="2373840"/>
              <a:ext cx="248760" cy="249840"/>
              <a:chOff x="13145760" y="2373840"/>
              <a:chExt cx="248760" cy="249840"/>
            </a:xfrm>
          </p:grpSpPr>
          <p:sp>
            <p:nvSpPr>
              <p:cNvPr id="170" name="Google Shape;634;p32"/>
              <p:cNvSpPr/>
              <p:nvPr/>
            </p:nvSpPr>
            <p:spPr>
              <a:xfrm>
                <a:off x="131457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1" name="Google Shape;635;p32"/>
              <p:cNvSpPr/>
              <p:nvPr/>
            </p:nvSpPr>
            <p:spPr>
              <a:xfrm>
                <a:off x="131688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2" name="Google Shape;636;p32"/>
            <p:cNvGrpSpPr/>
            <p:nvPr/>
          </p:nvGrpSpPr>
          <p:grpSpPr>
            <a:xfrm>
              <a:off x="5442840" y="2373840"/>
              <a:ext cx="248760" cy="249840"/>
              <a:chOff x="5442840" y="2373840"/>
              <a:chExt cx="248760" cy="249840"/>
            </a:xfrm>
          </p:grpSpPr>
          <p:sp>
            <p:nvSpPr>
              <p:cNvPr id="173" name="Google Shape;637;p32"/>
              <p:cNvSpPr/>
              <p:nvPr/>
            </p:nvSpPr>
            <p:spPr>
              <a:xfrm>
                <a:off x="544284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4" name="Google Shape;638;p32"/>
              <p:cNvSpPr/>
              <p:nvPr/>
            </p:nvSpPr>
            <p:spPr>
              <a:xfrm>
                <a:off x="54658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5" name="Google Shape;639;p32"/>
            <p:cNvGrpSpPr/>
            <p:nvPr/>
          </p:nvGrpSpPr>
          <p:grpSpPr>
            <a:xfrm>
              <a:off x="10945080" y="2373840"/>
              <a:ext cx="248760" cy="249840"/>
              <a:chOff x="10945080" y="2373840"/>
              <a:chExt cx="248760" cy="249840"/>
            </a:xfrm>
          </p:grpSpPr>
          <p:sp>
            <p:nvSpPr>
              <p:cNvPr id="176" name="Google Shape;640;p32"/>
              <p:cNvSpPr/>
              <p:nvPr/>
            </p:nvSpPr>
            <p:spPr>
              <a:xfrm>
                <a:off x="109450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77" name="Google Shape;641;p32"/>
              <p:cNvSpPr/>
              <p:nvPr/>
            </p:nvSpPr>
            <p:spPr>
              <a:xfrm>
                <a:off x="109681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78" name="Google Shape;642;p32"/>
            <p:cNvGrpSpPr/>
            <p:nvPr/>
          </p:nvGrpSpPr>
          <p:grpSpPr>
            <a:xfrm>
              <a:off x="8193960" y="2373840"/>
              <a:ext cx="248760" cy="249840"/>
              <a:chOff x="8193960" y="2373840"/>
              <a:chExt cx="248760" cy="249840"/>
            </a:xfrm>
          </p:grpSpPr>
          <p:sp>
            <p:nvSpPr>
              <p:cNvPr id="179" name="Google Shape;643;p32"/>
              <p:cNvSpPr/>
              <p:nvPr/>
            </p:nvSpPr>
            <p:spPr>
              <a:xfrm>
                <a:off x="819396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0" name="Google Shape;644;p32"/>
              <p:cNvSpPr/>
              <p:nvPr/>
            </p:nvSpPr>
            <p:spPr>
              <a:xfrm>
                <a:off x="82170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1" name="Google Shape;645;p32"/>
            <p:cNvGrpSpPr/>
            <p:nvPr/>
          </p:nvGrpSpPr>
          <p:grpSpPr>
            <a:xfrm>
              <a:off x="13696200" y="2373840"/>
              <a:ext cx="248760" cy="249840"/>
              <a:chOff x="13696200" y="2373840"/>
              <a:chExt cx="248760" cy="249840"/>
            </a:xfrm>
          </p:grpSpPr>
          <p:sp>
            <p:nvSpPr>
              <p:cNvPr id="182" name="Google Shape;646;p32"/>
              <p:cNvSpPr/>
              <p:nvPr/>
            </p:nvSpPr>
            <p:spPr>
              <a:xfrm>
                <a:off x="1369620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3" name="Google Shape;647;p32"/>
              <p:cNvSpPr/>
              <p:nvPr/>
            </p:nvSpPr>
            <p:spPr>
              <a:xfrm>
                <a:off x="1371888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4" name="Google Shape;648;p32"/>
            <p:cNvGrpSpPr/>
            <p:nvPr/>
          </p:nvGrpSpPr>
          <p:grpSpPr>
            <a:xfrm>
              <a:off x="14246280" y="2373840"/>
              <a:ext cx="248760" cy="249840"/>
              <a:chOff x="14246280" y="2373840"/>
              <a:chExt cx="248760" cy="249840"/>
            </a:xfrm>
          </p:grpSpPr>
          <p:sp>
            <p:nvSpPr>
              <p:cNvPr id="185" name="Google Shape;649;p32"/>
              <p:cNvSpPr/>
              <p:nvPr/>
            </p:nvSpPr>
            <p:spPr>
              <a:xfrm>
                <a:off x="1424628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6" name="Google Shape;650;p32"/>
              <p:cNvSpPr/>
              <p:nvPr/>
            </p:nvSpPr>
            <p:spPr>
              <a:xfrm>
                <a:off x="1426932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87" name="Google Shape;651;p32"/>
            <p:cNvGrpSpPr/>
            <p:nvPr/>
          </p:nvGrpSpPr>
          <p:grpSpPr>
            <a:xfrm>
              <a:off x="14796720" y="2373840"/>
              <a:ext cx="248760" cy="249840"/>
              <a:chOff x="14796720" y="2373840"/>
              <a:chExt cx="248760" cy="249840"/>
            </a:xfrm>
          </p:grpSpPr>
          <p:sp>
            <p:nvSpPr>
              <p:cNvPr id="188" name="Google Shape;652;p32"/>
              <p:cNvSpPr/>
              <p:nvPr/>
            </p:nvSpPr>
            <p:spPr>
              <a:xfrm>
                <a:off x="14796720" y="2373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89" name="Google Shape;653;p32"/>
              <p:cNvSpPr/>
              <p:nvPr/>
            </p:nvSpPr>
            <p:spPr>
              <a:xfrm>
                <a:off x="14819400" y="2382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190" name="Google Shape;654;p32"/>
          <p:cNvGrpSpPr/>
          <p:nvPr/>
        </p:nvGrpSpPr>
        <p:grpSpPr>
          <a:xfrm>
            <a:off x="2869560" y="2544840"/>
            <a:ext cx="249840" cy="4650480"/>
            <a:chOff x="2869560" y="2544840"/>
            <a:chExt cx="249840" cy="4650480"/>
          </a:xfrm>
        </p:grpSpPr>
        <p:grpSp>
          <p:nvGrpSpPr>
            <p:cNvPr id="191" name="Google Shape;655;p32"/>
            <p:cNvGrpSpPr/>
            <p:nvPr/>
          </p:nvGrpSpPr>
          <p:grpSpPr>
            <a:xfrm>
              <a:off x="2869560" y="2544840"/>
              <a:ext cx="249840" cy="248760"/>
              <a:chOff x="2869560" y="2544840"/>
              <a:chExt cx="249840" cy="248760"/>
            </a:xfrm>
          </p:grpSpPr>
          <p:sp>
            <p:nvSpPr>
              <p:cNvPr id="192" name="Google Shape;656;p32"/>
              <p:cNvSpPr/>
              <p:nvPr/>
            </p:nvSpPr>
            <p:spPr>
              <a:xfrm rot="16200000">
                <a:off x="2869920" y="254412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3" name="Google Shape;657;p32"/>
              <p:cNvSpPr/>
              <p:nvPr/>
            </p:nvSpPr>
            <p:spPr>
              <a:xfrm rot="16200000">
                <a:off x="2885760" y="25606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4" name="Google Shape;658;p32"/>
            <p:cNvGrpSpPr/>
            <p:nvPr/>
          </p:nvGrpSpPr>
          <p:grpSpPr>
            <a:xfrm>
              <a:off x="2869560" y="5295960"/>
              <a:ext cx="249840" cy="248760"/>
              <a:chOff x="2869560" y="5295960"/>
              <a:chExt cx="249840" cy="248760"/>
            </a:xfrm>
          </p:grpSpPr>
          <p:sp>
            <p:nvSpPr>
              <p:cNvPr id="195" name="Google Shape;659;p32"/>
              <p:cNvSpPr/>
              <p:nvPr/>
            </p:nvSpPr>
            <p:spPr>
              <a:xfrm rot="16200000">
                <a:off x="2869920" y="52952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6" name="Google Shape;660;p32"/>
              <p:cNvSpPr/>
              <p:nvPr/>
            </p:nvSpPr>
            <p:spPr>
              <a:xfrm rot="16200000">
                <a:off x="2885760" y="53118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197" name="Google Shape;661;p32"/>
            <p:cNvGrpSpPr/>
            <p:nvPr/>
          </p:nvGrpSpPr>
          <p:grpSpPr>
            <a:xfrm>
              <a:off x="2869560" y="4745880"/>
              <a:ext cx="249840" cy="248760"/>
              <a:chOff x="2869560" y="4745880"/>
              <a:chExt cx="249840" cy="248760"/>
            </a:xfrm>
          </p:grpSpPr>
          <p:sp>
            <p:nvSpPr>
              <p:cNvPr id="198" name="Google Shape;662;p32"/>
              <p:cNvSpPr/>
              <p:nvPr/>
            </p:nvSpPr>
            <p:spPr>
              <a:xfrm rot="16200000">
                <a:off x="2869920" y="47451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99" name="Google Shape;663;p32"/>
              <p:cNvSpPr/>
              <p:nvPr/>
            </p:nvSpPr>
            <p:spPr>
              <a:xfrm rot="16200000">
                <a:off x="2885760" y="47613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0" name="Google Shape;664;p32"/>
            <p:cNvGrpSpPr/>
            <p:nvPr/>
          </p:nvGrpSpPr>
          <p:grpSpPr>
            <a:xfrm>
              <a:off x="2869560" y="6946560"/>
              <a:ext cx="249840" cy="248760"/>
              <a:chOff x="2869560" y="6946560"/>
              <a:chExt cx="249840" cy="248760"/>
            </a:xfrm>
          </p:grpSpPr>
          <p:sp>
            <p:nvSpPr>
              <p:cNvPr id="201" name="Google Shape;665;p32"/>
              <p:cNvSpPr/>
              <p:nvPr/>
            </p:nvSpPr>
            <p:spPr>
              <a:xfrm rot="16200000">
                <a:off x="2869920" y="69458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2" name="Google Shape;666;p32"/>
              <p:cNvSpPr/>
              <p:nvPr/>
            </p:nvSpPr>
            <p:spPr>
              <a:xfrm rot="16200000">
                <a:off x="2885760" y="69624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3" name="Google Shape;667;p32"/>
            <p:cNvGrpSpPr/>
            <p:nvPr/>
          </p:nvGrpSpPr>
          <p:grpSpPr>
            <a:xfrm>
              <a:off x="2869560" y="4195440"/>
              <a:ext cx="249840" cy="248760"/>
              <a:chOff x="2869560" y="4195440"/>
              <a:chExt cx="249840" cy="248760"/>
            </a:xfrm>
          </p:grpSpPr>
          <p:sp>
            <p:nvSpPr>
              <p:cNvPr id="204" name="Google Shape;668;p32"/>
              <p:cNvSpPr/>
              <p:nvPr/>
            </p:nvSpPr>
            <p:spPr>
              <a:xfrm rot="16200000">
                <a:off x="2869920" y="419472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5" name="Google Shape;669;p32"/>
              <p:cNvSpPr/>
              <p:nvPr/>
            </p:nvSpPr>
            <p:spPr>
              <a:xfrm rot="16200000">
                <a:off x="2885760" y="42112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6" name="Google Shape;670;p32"/>
            <p:cNvGrpSpPr/>
            <p:nvPr/>
          </p:nvGrpSpPr>
          <p:grpSpPr>
            <a:xfrm>
              <a:off x="2869560" y="6396480"/>
              <a:ext cx="249840" cy="248760"/>
              <a:chOff x="2869560" y="6396480"/>
              <a:chExt cx="249840" cy="248760"/>
            </a:xfrm>
          </p:grpSpPr>
          <p:sp>
            <p:nvSpPr>
              <p:cNvPr id="207" name="Google Shape;671;p32"/>
              <p:cNvSpPr/>
              <p:nvPr/>
            </p:nvSpPr>
            <p:spPr>
              <a:xfrm rot="16200000">
                <a:off x="2869920" y="63957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08" name="Google Shape;672;p32"/>
              <p:cNvSpPr/>
              <p:nvPr/>
            </p:nvSpPr>
            <p:spPr>
              <a:xfrm rot="16200000">
                <a:off x="2885760" y="64119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09" name="Google Shape;673;p32"/>
            <p:cNvGrpSpPr/>
            <p:nvPr/>
          </p:nvGrpSpPr>
          <p:grpSpPr>
            <a:xfrm>
              <a:off x="2869560" y="3645360"/>
              <a:ext cx="249840" cy="248760"/>
              <a:chOff x="2869560" y="3645360"/>
              <a:chExt cx="249840" cy="248760"/>
            </a:xfrm>
          </p:grpSpPr>
          <p:sp>
            <p:nvSpPr>
              <p:cNvPr id="210" name="Google Shape;674;p32"/>
              <p:cNvSpPr/>
              <p:nvPr/>
            </p:nvSpPr>
            <p:spPr>
              <a:xfrm rot="16200000">
                <a:off x="2869920" y="36446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1" name="Google Shape;675;p32"/>
              <p:cNvSpPr/>
              <p:nvPr/>
            </p:nvSpPr>
            <p:spPr>
              <a:xfrm rot="16200000">
                <a:off x="2885760" y="366084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2" name="Google Shape;676;p32"/>
            <p:cNvGrpSpPr/>
            <p:nvPr/>
          </p:nvGrpSpPr>
          <p:grpSpPr>
            <a:xfrm>
              <a:off x="2869560" y="5846400"/>
              <a:ext cx="249840" cy="248760"/>
              <a:chOff x="2869560" y="5846400"/>
              <a:chExt cx="249840" cy="248760"/>
            </a:xfrm>
          </p:grpSpPr>
          <p:sp>
            <p:nvSpPr>
              <p:cNvPr id="213" name="Google Shape;677;p32"/>
              <p:cNvSpPr/>
              <p:nvPr/>
            </p:nvSpPr>
            <p:spPr>
              <a:xfrm rot="16200000">
                <a:off x="2869920" y="58456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4" name="Google Shape;678;p32"/>
              <p:cNvSpPr/>
              <p:nvPr/>
            </p:nvSpPr>
            <p:spPr>
              <a:xfrm rot="16200000">
                <a:off x="2885760" y="58618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15" name="Google Shape;679;p32"/>
            <p:cNvGrpSpPr/>
            <p:nvPr/>
          </p:nvGrpSpPr>
          <p:grpSpPr>
            <a:xfrm>
              <a:off x="2869560" y="3095280"/>
              <a:ext cx="249840" cy="248760"/>
              <a:chOff x="2869560" y="3095280"/>
              <a:chExt cx="249840" cy="248760"/>
            </a:xfrm>
          </p:grpSpPr>
          <p:sp>
            <p:nvSpPr>
              <p:cNvPr id="216" name="Google Shape;680;p32"/>
              <p:cNvSpPr/>
              <p:nvPr/>
            </p:nvSpPr>
            <p:spPr>
              <a:xfrm rot="16200000">
                <a:off x="2869920" y="30945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17" name="Google Shape;681;p32"/>
              <p:cNvSpPr/>
              <p:nvPr/>
            </p:nvSpPr>
            <p:spPr>
              <a:xfrm rot="16200000">
                <a:off x="2885760" y="311076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18" name="Google Shape;682;p32"/>
          <p:cNvGrpSpPr/>
          <p:nvPr/>
        </p:nvGrpSpPr>
        <p:grpSpPr>
          <a:xfrm>
            <a:off x="15167880" y="2858760"/>
            <a:ext cx="249840" cy="4650480"/>
            <a:chOff x="15167880" y="2858760"/>
            <a:chExt cx="249840" cy="4650480"/>
          </a:xfrm>
        </p:grpSpPr>
        <p:grpSp>
          <p:nvGrpSpPr>
            <p:cNvPr id="219" name="Google Shape;683;p32"/>
            <p:cNvGrpSpPr/>
            <p:nvPr/>
          </p:nvGrpSpPr>
          <p:grpSpPr>
            <a:xfrm>
              <a:off x="15167880" y="2858760"/>
              <a:ext cx="249840" cy="248760"/>
              <a:chOff x="15167880" y="2858760"/>
              <a:chExt cx="249840" cy="248760"/>
            </a:xfrm>
          </p:grpSpPr>
          <p:sp>
            <p:nvSpPr>
              <p:cNvPr id="220" name="Google Shape;684;p32"/>
              <p:cNvSpPr/>
              <p:nvPr/>
            </p:nvSpPr>
            <p:spPr>
              <a:xfrm rot="16200000">
                <a:off x="15168240" y="28580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1" name="Google Shape;685;p32"/>
              <p:cNvSpPr/>
              <p:nvPr/>
            </p:nvSpPr>
            <p:spPr>
              <a:xfrm rot="16200000">
                <a:off x="15184080" y="28746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2" name="Google Shape;686;p32"/>
            <p:cNvGrpSpPr/>
            <p:nvPr/>
          </p:nvGrpSpPr>
          <p:grpSpPr>
            <a:xfrm>
              <a:off x="15167880" y="5609880"/>
              <a:ext cx="249840" cy="248760"/>
              <a:chOff x="15167880" y="5609880"/>
              <a:chExt cx="249840" cy="248760"/>
            </a:xfrm>
          </p:grpSpPr>
          <p:sp>
            <p:nvSpPr>
              <p:cNvPr id="223" name="Google Shape;687;p32"/>
              <p:cNvSpPr/>
              <p:nvPr/>
            </p:nvSpPr>
            <p:spPr>
              <a:xfrm rot="16200000">
                <a:off x="15168240" y="56091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4" name="Google Shape;688;p32"/>
              <p:cNvSpPr/>
              <p:nvPr/>
            </p:nvSpPr>
            <p:spPr>
              <a:xfrm rot="16200000">
                <a:off x="15184080" y="56257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5" name="Google Shape;689;p32"/>
            <p:cNvGrpSpPr/>
            <p:nvPr/>
          </p:nvGrpSpPr>
          <p:grpSpPr>
            <a:xfrm>
              <a:off x="15167880" y="5059800"/>
              <a:ext cx="249840" cy="248760"/>
              <a:chOff x="15167880" y="5059800"/>
              <a:chExt cx="249840" cy="248760"/>
            </a:xfrm>
          </p:grpSpPr>
          <p:sp>
            <p:nvSpPr>
              <p:cNvPr id="226" name="Google Shape;690;p32"/>
              <p:cNvSpPr/>
              <p:nvPr/>
            </p:nvSpPr>
            <p:spPr>
              <a:xfrm rot="16200000">
                <a:off x="15168240" y="50590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27" name="Google Shape;691;p32"/>
              <p:cNvSpPr/>
              <p:nvPr/>
            </p:nvSpPr>
            <p:spPr>
              <a:xfrm rot="16200000">
                <a:off x="15184080" y="50752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28" name="Google Shape;692;p32"/>
            <p:cNvGrpSpPr/>
            <p:nvPr/>
          </p:nvGrpSpPr>
          <p:grpSpPr>
            <a:xfrm>
              <a:off x="15167880" y="7260480"/>
              <a:ext cx="249840" cy="248760"/>
              <a:chOff x="15167880" y="7260480"/>
              <a:chExt cx="249840" cy="248760"/>
            </a:xfrm>
          </p:grpSpPr>
          <p:sp>
            <p:nvSpPr>
              <p:cNvPr id="229" name="Google Shape;693;p32"/>
              <p:cNvSpPr/>
              <p:nvPr/>
            </p:nvSpPr>
            <p:spPr>
              <a:xfrm rot="16200000">
                <a:off x="15168240" y="72597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0" name="Google Shape;694;p32"/>
              <p:cNvSpPr/>
              <p:nvPr/>
            </p:nvSpPr>
            <p:spPr>
              <a:xfrm rot="16200000">
                <a:off x="15184080" y="72763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1" name="Google Shape;695;p32"/>
            <p:cNvGrpSpPr/>
            <p:nvPr/>
          </p:nvGrpSpPr>
          <p:grpSpPr>
            <a:xfrm>
              <a:off x="15167880" y="4509720"/>
              <a:ext cx="249840" cy="248760"/>
              <a:chOff x="15167880" y="4509720"/>
              <a:chExt cx="249840" cy="248760"/>
            </a:xfrm>
          </p:grpSpPr>
          <p:sp>
            <p:nvSpPr>
              <p:cNvPr id="232" name="Google Shape;696;p32"/>
              <p:cNvSpPr/>
              <p:nvPr/>
            </p:nvSpPr>
            <p:spPr>
              <a:xfrm rot="16200000">
                <a:off x="15168240" y="450900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Google Shape;697;p32"/>
              <p:cNvSpPr/>
              <p:nvPr/>
            </p:nvSpPr>
            <p:spPr>
              <a:xfrm rot="16200000">
                <a:off x="15184080" y="45252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4" name="Google Shape;698;p32"/>
            <p:cNvGrpSpPr/>
            <p:nvPr/>
          </p:nvGrpSpPr>
          <p:grpSpPr>
            <a:xfrm>
              <a:off x="15167880" y="6710400"/>
              <a:ext cx="249840" cy="248760"/>
              <a:chOff x="15167880" y="6710400"/>
              <a:chExt cx="249840" cy="248760"/>
            </a:xfrm>
          </p:grpSpPr>
          <p:sp>
            <p:nvSpPr>
              <p:cNvPr id="235" name="Google Shape;699;p32"/>
              <p:cNvSpPr/>
              <p:nvPr/>
            </p:nvSpPr>
            <p:spPr>
              <a:xfrm rot="16200000">
                <a:off x="15168240" y="67096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Google Shape;700;p32"/>
              <p:cNvSpPr/>
              <p:nvPr/>
            </p:nvSpPr>
            <p:spPr>
              <a:xfrm rot="16200000">
                <a:off x="15184080" y="67258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37" name="Google Shape;701;p32"/>
            <p:cNvGrpSpPr/>
            <p:nvPr/>
          </p:nvGrpSpPr>
          <p:grpSpPr>
            <a:xfrm>
              <a:off x="15167880" y="3959280"/>
              <a:ext cx="249840" cy="248760"/>
              <a:chOff x="15167880" y="3959280"/>
              <a:chExt cx="249840" cy="248760"/>
            </a:xfrm>
          </p:grpSpPr>
          <p:sp>
            <p:nvSpPr>
              <p:cNvPr id="238" name="Google Shape;702;p32"/>
              <p:cNvSpPr/>
              <p:nvPr/>
            </p:nvSpPr>
            <p:spPr>
              <a:xfrm rot="16200000">
                <a:off x="15168240" y="395856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Google Shape;703;p32"/>
              <p:cNvSpPr/>
              <p:nvPr/>
            </p:nvSpPr>
            <p:spPr>
              <a:xfrm rot="16200000">
                <a:off x="15184080" y="397512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0" name="Google Shape;704;p32"/>
            <p:cNvGrpSpPr/>
            <p:nvPr/>
          </p:nvGrpSpPr>
          <p:grpSpPr>
            <a:xfrm>
              <a:off x="15167880" y="6160320"/>
              <a:ext cx="249840" cy="248760"/>
              <a:chOff x="15167880" y="6160320"/>
              <a:chExt cx="249840" cy="248760"/>
            </a:xfrm>
          </p:grpSpPr>
          <p:sp>
            <p:nvSpPr>
              <p:cNvPr id="241" name="Google Shape;705;p32"/>
              <p:cNvSpPr/>
              <p:nvPr/>
            </p:nvSpPr>
            <p:spPr>
              <a:xfrm rot="16200000">
                <a:off x="15168240" y="615960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Google Shape;706;p32"/>
              <p:cNvSpPr/>
              <p:nvPr/>
            </p:nvSpPr>
            <p:spPr>
              <a:xfrm rot="16200000">
                <a:off x="15184080" y="617580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43" name="Google Shape;707;p32"/>
            <p:cNvGrpSpPr/>
            <p:nvPr/>
          </p:nvGrpSpPr>
          <p:grpSpPr>
            <a:xfrm>
              <a:off x="15167880" y="3409200"/>
              <a:ext cx="249840" cy="248760"/>
              <a:chOff x="15167880" y="3409200"/>
              <a:chExt cx="249840" cy="248760"/>
            </a:xfrm>
          </p:grpSpPr>
          <p:sp>
            <p:nvSpPr>
              <p:cNvPr id="244" name="Google Shape;708;p32"/>
              <p:cNvSpPr/>
              <p:nvPr/>
            </p:nvSpPr>
            <p:spPr>
              <a:xfrm rot="16200000">
                <a:off x="15168240" y="340848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Google Shape;709;p32"/>
              <p:cNvSpPr/>
              <p:nvPr/>
            </p:nvSpPr>
            <p:spPr>
              <a:xfrm rot="16200000">
                <a:off x="15184080" y="34246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246" name="Google Shape;710;p32"/>
          <p:cNvGrpSpPr/>
          <p:nvPr/>
        </p:nvGrpSpPr>
        <p:grpSpPr>
          <a:xfrm>
            <a:off x="3242160" y="7624440"/>
            <a:ext cx="11803320" cy="249840"/>
            <a:chOff x="3242160" y="7624440"/>
            <a:chExt cx="11803320" cy="249840"/>
          </a:xfrm>
        </p:grpSpPr>
        <p:grpSp>
          <p:nvGrpSpPr>
            <p:cNvPr id="247" name="Google Shape;711;p32"/>
            <p:cNvGrpSpPr/>
            <p:nvPr/>
          </p:nvGrpSpPr>
          <p:grpSpPr>
            <a:xfrm>
              <a:off x="3242160" y="7624440"/>
              <a:ext cx="248760" cy="249840"/>
              <a:chOff x="3242160" y="7624440"/>
              <a:chExt cx="248760" cy="249840"/>
            </a:xfrm>
          </p:grpSpPr>
          <p:sp>
            <p:nvSpPr>
              <p:cNvPr id="248" name="Google Shape;712;p32"/>
              <p:cNvSpPr/>
              <p:nvPr/>
            </p:nvSpPr>
            <p:spPr>
              <a:xfrm>
                <a:off x="32421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Google Shape;713;p32"/>
              <p:cNvSpPr/>
              <p:nvPr/>
            </p:nvSpPr>
            <p:spPr>
              <a:xfrm>
                <a:off x="326484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0" name="Google Shape;714;p32"/>
            <p:cNvGrpSpPr/>
            <p:nvPr/>
          </p:nvGrpSpPr>
          <p:grpSpPr>
            <a:xfrm>
              <a:off x="8744040" y="7624440"/>
              <a:ext cx="248760" cy="249840"/>
              <a:chOff x="8744040" y="7624440"/>
              <a:chExt cx="248760" cy="249840"/>
            </a:xfrm>
          </p:grpSpPr>
          <p:sp>
            <p:nvSpPr>
              <p:cNvPr id="251" name="Google Shape;715;p32"/>
              <p:cNvSpPr/>
              <p:nvPr/>
            </p:nvSpPr>
            <p:spPr>
              <a:xfrm>
                <a:off x="87440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Google Shape;716;p32"/>
              <p:cNvSpPr/>
              <p:nvPr/>
            </p:nvSpPr>
            <p:spPr>
              <a:xfrm>
                <a:off x="87670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3" name="Google Shape;717;p32"/>
            <p:cNvGrpSpPr/>
            <p:nvPr/>
          </p:nvGrpSpPr>
          <p:grpSpPr>
            <a:xfrm>
              <a:off x="5992920" y="7624440"/>
              <a:ext cx="248760" cy="249840"/>
              <a:chOff x="5992920" y="7624440"/>
              <a:chExt cx="248760" cy="249840"/>
            </a:xfrm>
          </p:grpSpPr>
          <p:sp>
            <p:nvSpPr>
              <p:cNvPr id="254" name="Google Shape;718;p32"/>
              <p:cNvSpPr/>
              <p:nvPr/>
            </p:nvSpPr>
            <p:spPr>
              <a:xfrm>
                <a:off x="59929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Google Shape;719;p32"/>
              <p:cNvSpPr/>
              <p:nvPr/>
            </p:nvSpPr>
            <p:spPr>
              <a:xfrm>
                <a:off x="60159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6" name="Google Shape;720;p32"/>
            <p:cNvGrpSpPr/>
            <p:nvPr/>
          </p:nvGrpSpPr>
          <p:grpSpPr>
            <a:xfrm>
              <a:off x="11495160" y="7624440"/>
              <a:ext cx="248760" cy="249840"/>
              <a:chOff x="11495160" y="7624440"/>
              <a:chExt cx="248760" cy="249840"/>
            </a:xfrm>
          </p:grpSpPr>
          <p:sp>
            <p:nvSpPr>
              <p:cNvPr id="257" name="Google Shape;721;p32"/>
              <p:cNvSpPr/>
              <p:nvPr/>
            </p:nvSpPr>
            <p:spPr>
              <a:xfrm>
                <a:off x="114951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8" name="Google Shape;722;p32"/>
              <p:cNvSpPr/>
              <p:nvPr/>
            </p:nvSpPr>
            <p:spPr>
              <a:xfrm>
                <a:off x="115182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9" name="Google Shape;723;p32"/>
            <p:cNvGrpSpPr/>
            <p:nvPr/>
          </p:nvGrpSpPr>
          <p:grpSpPr>
            <a:xfrm>
              <a:off x="3792240" y="7624440"/>
              <a:ext cx="248760" cy="249840"/>
              <a:chOff x="3792240" y="7624440"/>
              <a:chExt cx="248760" cy="249840"/>
            </a:xfrm>
          </p:grpSpPr>
          <p:sp>
            <p:nvSpPr>
              <p:cNvPr id="260" name="Google Shape;724;p32"/>
              <p:cNvSpPr/>
              <p:nvPr/>
            </p:nvSpPr>
            <p:spPr>
              <a:xfrm>
                <a:off x="37922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1" name="Google Shape;725;p32"/>
              <p:cNvSpPr/>
              <p:nvPr/>
            </p:nvSpPr>
            <p:spPr>
              <a:xfrm>
                <a:off x="38152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2" name="Google Shape;726;p32"/>
            <p:cNvGrpSpPr/>
            <p:nvPr/>
          </p:nvGrpSpPr>
          <p:grpSpPr>
            <a:xfrm>
              <a:off x="9294480" y="7624440"/>
              <a:ext cx="248760" cy="249840"/>
              <a:chOff x="9294480" y="7624440"/>
              <a:chExt cx="248760" cy="249840"/>
            </a:xfrm>
          </p:grpSpPr>
          <p:sp>
            <p:nvSpPr>
              <p:cNvPr id="263" name="Google Shape;727;p32"/>
              <p:cNvSpPr/>
              <p:nvPr/>
            </p:nvSpPr>
            <p:spPr>
              <a:xfrm>
                <a:off x="92944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4" name="Google Shape;728;p32"/>
              <p:cNvSpPr/>
              <p:nvPr/>
            </p:nvSpPr>
            <p:spPr>
              <a:xfrm>
                <a:off x="93171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5" name="Google Shape;729;p32"/>
            <p:cNvGrpSpPr/>
            <p:nvPr/>
          </p:nvGrpSpPr>
          <p:grpSpPr>
            <a:xfrm>
              <a:off x="6543360" y="7624440"/>
              <a:ext cx="248760" cy="249840"/>
              <a:chOff x="6543360" y="7624440"/>
              <a:chExt cx="248760" cy="249840"/>
            </a:xfrm>
          </p:grpSpPr>
          <p:sp>
            <p:nvSpPr>
              <p:cNvPr id="266" name="Google Shape;730;p32"/>
              <p:cNvSpPr/>
              <p:nvPr/>
            </p:nvSpPr>
            <p:spPr>
              <a:xfrm>
                <a:off x="65433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67" name="Google Shape;731;p32"/>
              <p:cNvSpPr/>
              <p:nvPr/>
            </p:nvSpPr>
            <p:spPr>
              <a:xfrm>
                <a:off x="65664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8" name="Google Shape;732;p32"/>
            <p:cNvGrpSpPr/>
            <p:nvPr/>
          </p:nvGrpSpPr>
          <p:grpSpPr>
            <a:xfrm>
              <a:off x="12045600" y="7624440"/>
              <a:ext cx="248760" cy="249840"/>
              <a:chOff x="12045600" y="7624440"/>
              <a:chExt cx="248760" cy="249840"/>
            </a:xfrm>
          </p:grpSpPr>
          <p:sp>
            <p:nvSpPr>
              <p:cNvPr id="269" name="Google Shape;733;p32"/>
              <p:cNvSpPr/>
              <p:nvPr/>
            </p:nvSpPr>
            <p:spPr>
              <a:xfrm>
                <a:off x="120456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0" name="Google Shape;734;p32"/>
              <p:cNvSpPr/>
              <p:nvPr/>
            </p:nvSpPr>
            <p:spPr>
              <a:xfrm>
                <a:off x="120682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1" name="Google Shape;735;p32"/>
            <p:cNvGrpSpPr/>
            <p:nvPr/>
          </p:nvGrpSpPr>
          <p:grpSpPr>
            <a:xfrm>
              <a:off x="4342320" y="7624440"/>
              <a:ext cx="248760" cy="249840"/>
              <a:chOff x="4342320" y="7624440"/>
              <a:chExt cx="248760" cy="249840"/>
            </a:xfrm>
          </p:grpSpPr>
          <p:sp>
            <p:nvSpPr>
              <p:cNvPr id="272" name="Google Shape;736;p32"/>
              <p:cNvSpPr/>
              <p:nvPr/>
            </p:nvSpPr>
            <p:spPr>
              <a:xfrm>
                <a:off x="43423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3" name="Google Shape;737;p32"/>
              <p:cNvSpPr/>
              <p:nvPr/>
            </p:nvSpPr>
            <p:spPr>
              <a:xfrm>
                <a:off x="43653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4" name="Google Shape;738;p32"/>
            <p:cNvGrpSpPr/>
            <p:nvPr/>
          </p:nvGrpSpPr>
          <p:grpSpPr>
            <a:xfrm>
              <a:off x="9844560" y="7624440"/>
              <a:ext cx="248760" cy="249840"/>
              <a:chOff x="9844560" y="7624440"/>
              <a:chExt cx="248760" cy="249840"/>
            </a:xfrm>
          </p:grpSpPr>
          <p:sp>
            <p:nvSpPr>
              <p:cNvPr id="275" name="Google Shape;739;p32"/>
              <p:cNvSpPr/>
              <p:nvPr/>
            </p:nvSpPr>
            <p:spPr>
              <a:xfrm>
                <a:off x="98445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6" name="Google Shape;740;p32"/>
              <p:cNvSpPr/>
              <p:nvPr/>
            </p:nvSpPr>
            <p:spPr>
              <a:xfrm>
                <a:off x="98676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77" name="Google Shape;741;p32"/>
            <p:cNvGrpSpPr/>
            <p:nvPr/>
          </p:nvGrpSpPr>
          <p:grpSpPr>
            <a:xfrm>
              <a:off x="7093440" y="7624440"/>
              <a:ext cx="248760" cy="249840"/>
              <a:chOff x="7093440" y="7624440"/>
              <a:chExt cx="248760" cy="249840"/>
            </a:xfrm>
          </p:grpSpPr>
          <p:sp>
            <p:nvSpPr>
              <p:cNvPr id="278" name="Google Shape;742;p32"/>
              <p:cNvSpPr/>
              <p:nvPr/>
            </p:nvSpPr>
            <p:spPr>
              <a:xfrm>
                <a:off x="70934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79" name="Google Shape;743;p32"/>
              <p:cNvSpPr/>
              <p:nvPr/>
            </p:nvSpPr>
            <p:spPr>
              <a:xfrm>
                <a:off x="71164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0" name="Google Shape;744;p32"/>
            <p:cNvGrpSpPr/>
            <p:nvPr/>
          </p:nvGrpSpPr>
          <p:grpSpPr>
            <a:xfrm>
              <a:off x="12595680" y="7624440"/>
              <a:ext cx="248760" cy="249840"/>
              <a:chOff x="12595680" y="7624440"/>
              <a:chExt cx="248760" cy="249840"/>
            </a:xfrm>
          </p:grpSpPr>
          <p:sp>
            <p:nvSpPr>
              <p:cNvPr id="281" name="Google Shape;745;p32"/>
              <p:cNvSpPr/>
              <p:nvPr/>
            </p:nvSpPr>
            <p:spPr>
              <a:xfrm>
                <a:off x="125956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2" name="Google Shape;746;p32"/>
              <p:cNvSpPr/>
              <p:nvPr/>
            </p:nvSpPr>
            <p:spPr>
              <a:xfrm>
                <a:off x="126187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3" name="Google Shape;747;p32"/>
            <p:cNvGrpSpPr/>
            <p:nvPr/>
          </p:nvGrpSpPr>
          <p:grpSpPr>
            <a:xfrm>
              <a:off x="4892760" y="7624440"/>
              <a:ext cx="248760" cy="249840"/>
              <a:chOff x="4892760" y="7624440"/>
              <a:chExt cx="248760" cy="249840"/>
            </a:xfrm>
          </p:grpSpPr>
          <p:sp>
            <p:nvSpPr>
              <p:cNvPr id="284" name="Google Shape;748;p32"/>
              <p:cNvSpPr/>
              <p:nvPr/>
            </p:nvSpPr>
            <p:spPr>
              <a:xfrm>
                <a:off x="48927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5" name="Google Shape;749;p32"/>
              <p:cNvSpPr/>
              <p:nvPr/>
            </p:nvSpPr>
            <p:spPr>
              <a:xfrm>
                <a:off x="491544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6" name="Google Shape;750;p32"/>
            <p:cNvGrpSpPr/>
            <p:nvPr/>
          </p:nvGrpSpPr>
          <p:grpSpPr>
            <a:xfrm>
              <a:off x="10395000" y="7624440"/>
              <a:ext cx="248760" cy="249840"/>
              <a:chOff x="10395000" y="7624440"/>
              <a:chExt cx="248760" cy="249840"/>
            </a:xfrm>
          </p:grpSpPr>
          <p:sp>
            <p:nvSpPr>
              <p:cNvPr id="287" name="Google Shape;751;p32"/>
              <p:cNvSpPr/>
              <p:nvPr/>
            </p:nvSpPr>
            <p:spPr>
              <a:xfrm>
                <a:off x="103950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88" name="Google Shape;752;p32"/>
              <p:cNvSpPr/>
              <p:nvPr/>
            </p:nvSpPr>
            <p:spPr>
              <a:xfrm>
                <a:off x="104176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89" name="Google Shape;753;p32"/>
            <p:cNvGrpSpPr/>
            <p:nvPr/>
          </p:nvGrpSpPr>
          <p:grpSpPr>
            <a:xfrm>
              <a:off x="7643880" y="7624440"/>
              <a:ext cx="248760" cy="249840"/>
              <a:chOff x="7643880" y="7624440"/>
              <a:chExt cx="248760" cy="249840"/>
            </a:xfrm>
          </p:grpSpPr>
          <p:sp>
            <p:nvSpPr>
              <p:cNvPr id="290" name="Google Shape;754;p32"/>
              <p:cNvSpPr/>
              <p:nvPr/>
            </p:nvSpPr>
            <p:spPr>
              <a:xfrm>
                <a:off x="76438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1" name="Google Shape;755;p32"/>
              <p:cNvSpPr/>
              <p:nvPr/>
            </p:nvSpPr>
            <p:spPr>
              <a:xfrm>
                <a:off x="766656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2" name="Google Shape;756;p32"/>
            <p:cNvGrpSpPr/>
            <p:nvPr/>
          </p:nvGrpSpPr>
          <p:grpSpPr>
            <a:xfrm>
              <a:off x="13145760" y="7624440"/>
              <a:ext cx="248760" cy="249840"/>
              <a:chOff x="13145760" y="7624440"/>
              <a:chExt cx="248760" cy="249840"/>
            </a:xfrm>
          </p:grpSpPr>
          <p:sp>
            <p:nvSpPr>
              <p:cNvPr id="293" name="Google Shape;757;p32"/>
              <p:cNvSpPr/>
              <p:nvPr/>
            </p:nvSpPr>
            <p:spPr>
              <a:xfrm>
                <a:off x="131457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4" name="Google Shape;758;p32"/>
              <p:cNvSpPr/>
              <p:nvPr/>
            </p:nvSpPr>
            <p:spPr>
              <a:xfrm>
                <a:off x="131688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5" name="Google Shape;759;p32"/>
            <p:cNvGrpSpPr/>
            <p:nvPr/>
          </p:nvGrpSpPr>
          <p:grpSpPr>
            <a:xfrm>
              <a:off x="5442840" y="7624440"/>
              <a:ext cx="248760" cy="249840"/>
              <a:chOff x="5442840" y="7624440"/>
              <a:chExt cx="248760" cy="249840"/>
            </a:xfrm>
          </p:grpSpPr>
          <p:sp>
            <p:nvSpPr>
              <p:cNvPr id="296" name="Google Shape;760;p32"/>
              <p:cNvSpPr/>
              <p:nvPr/>
            </p:nvSpPr>
            <p:spPr>
              <a:xfrm>
                <a:off x="544284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97" name="Google Shape;761;p32"/>
              <p:cNvSpPr/>
              <p:nvPr/>
            </p:nvSpPr>
            <p:spPr>
              <a:xfrm>
                <a:off x="54658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98" name="Google Shape;762;p32"/>
            <p:cNvGrpSpPr/>
            <p:nvPr/>
          </p:nvGrpSpPr>
          <p:grpSpPr>
            <a:xfrm>
              <a:off x="10945080" y="7624440"/>
              <a:ext cx="248760" cy="249840"/>
              <a:chOff x="10945080" y="7624440"/>
              <a:chExt cx="248760" cy="249840"/>
            </a:xfrm>
          </p:grpSpPr>
          <p:sp>
            <p:nvSpPr>
              <p:cNvPr id="299" name="Google Shape;763;p32"/>
              <p:cNvSpPr/>
              <p:nvPr/>
            </p:nvSpPr>
            <p:spPr>
              <a:xfrm>
                <a:off x="109450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0" name="Google Shape;764;p32"/>
              <p:cNvSpPr/>
              <p:nvPr/>
            </p:nvSpPr>
            <p:spPr>
              <a:xfrm>
                <a:off x="109681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1" name="Google Shape;765;p32"/>
            <p:cNvGrpSpPr/>
            <p:nvPr/>
          </p:nvGrpSpPr>
          <p:grpSpPr>
            <a:xfrm>
              <a:off x="8193960" y="7624440"/>
              <a:ext cx="248760" cy="249840"/>
              <a:chOff x="8193960" y="7624440"/>
              <a:chExt cx="248760" cy="249840"/>
            </a:xfrm>
          </p:grpSpPr>
          <p:sp>
            <p:nvSpPr>
              <p:cNvPr id="302" name="Google Shape;766;p32"/>
              <p:cNvSpPr/>
              <p:nvPr/>
            </p:nvSpPr>
            <p:spPr>
              <a:xfrm>
                <a:off x="819396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3" name="Google Shape;767;p32"/>
              <p:cNvSpPr/>
              <p:nvPr/>
            </p:nvSpPr>
            <p:spPr>
              <a:xfrm>
                <a:off x="82170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4" name="Google Shape;768;p32"/>
            <p:cNvGrpSpPr/>
            <p:nvPr/>
          </p:nvGrpSpPr>
          <p:grpSpPr>
            <a:xfrm>
              <a:off x="13696200" y="7624440"/>
              <a:ext cx="248760" cy="249840"/>
              <a:chOff x="13696200" y="7624440"/>
              <a:chExt cx="248760" cy="249840"/>
            </a:xfrm>
          </p:grpSpPr>
          <p:sp>
            <p:nvSpPr>
              <p:cNvPr id="305" name="Google Shape;769;p32"/>
              <p:cNvSpPr/>
              <p:nvPr/>
            </p:nvSpPr>
            <p:spPr>
              <a:xfrm>
                <a:off x="1369620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6" name="Google Shape;770;p32"/>
              <p:cNvSpPr/>
              <p:nvPr/>
            </p:nvSpPr>
            <p:spPr>
              <a:xfrm>
                <a:off x="1371888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07" name="Google Shape;771;p32"/>
            <p:cNvGrpSpPr/>
            <p:nvPr/>
          </p:nvGrpSpPr>
          <p:grpSpPr>
            <a:xfrm>
              <a:off x="14246280" y="7624440"/>
              <a:ext cx="248760" cy="249840"/>
              <a:chOff x="14246280" y="7624440"/>
              <a:chExt cx="248760" cy="249840"/>
            </a:xfrm>
          </p:grpSpPr>
          <p:sp>
            <p:nvSpPr>
              <p:cNvPr id="308" name="Google Shape;772;p32"/>
              <p:cNvSpPr/>
              <p:nvPr/>
            </p:nvSpPr>
            <p:spPr>
              <a:xfrm>
                <a:off x="1424628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09" name="Google Shape;773;p32"/>
              <p:cNvSpPr/>
              <p:nvPr/>
            </p:nvSpPr>
            <p:spPr>
              <a:xfrm>
                <a:off x="1426932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310" name="Google Shape;774;p32"/>
            <p:cNvGrpSpPr/>
            <p:nvPr/>
          </p:nvGrpSpPr>
          <p:grpSpPr>
            <a:xfrm>
              <a:off x="14796720" y="7624440"/>
              <a:ext cx="248760" cy="249840"/>
              <a:chOff x="14796720" y="7624440"/>
              <a:chExt cx="248760" cy="249840"/>
            </a:xfrm>
          </p:grpSpPr>
          <p:sp>
            <p:nvSpPr>
              <p:cNvPr id="311" name="Google Shape;775;p32"/>
              <p:cNvSpPr/>
              <p:nvPr/>
            </p:nvSpPr>
            <p:spPr>
              <a:xfrm>
                <a:off x="14796720" y="7624440"/>
                <a:ext cx="248760" cy="249840"/>
              </a:xfrm>
              <a:custGeom>
                <a:avLst/>
                <a:gdLst/>
                <a:ahLst/>
                <a:rect l="l" t="t" r="r" b="b"/>
                <a:pathLst>
                  <a:path w="809173" h="81280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1dd8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12" name="Google Shape;776;p32"/>
              <p:cNvSpPr/>
              <p:nvPr/>
            </p:nvSpPr>
            <p:spPr>
              <a:xfrm>
                <a:off x="14819400" y="7633080"/>
                <a:ext cx="202680" cy="21744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313" name="Google Shape;777;p32"/>
          <p:cNvSpPr/>
          <p:nvPr/>
        </p:nvSpPr>
        <p:spPr>
          <a:xfrm>
            <a:off x="4506480" y="5133960"/>
            <a:ext cx="92743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1" lang="en-US" sz="3300" spc="-1" strike="noStrike">
                <a:solidFill>
                  <a:srgbClr val="ffffff"/>
                </a:solidFill>
                <a:latin typeface="Prompt"/>
                <a:ea typeface="Prompt"/>
              </a:rPr>
              <a:t>The winning Team is</a:t>
            </a:r>
            <a:endParaRPr b="0" lang="en-HK" sz="3300" spc="-1" strike="noStrike">
              <a:latin typeface="Arial"/>
            </a:endParaRPr>
          </a:p>
        </p:txBody>
      </p:sp>
      <p:sp>
        <p:nvSpPr>
          <p:cNvPr id="314" name="Google Shape;778;p32"/>
          <p:cNvSpPr/>
          <p:nvPr/>
        </p:nvSpPr>
        <p:spPr>
          <a:xfrm>
            <a:off x="3946680" y="5706360"/>
            <a:ext cx="10393920" cy="120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6610" spc="-1" strike="noStrike">
                <a:solidFill>
                  <a:srgbClr val="f1dd84"/>
                </a:solidFill>
                <a:latin typeface="Russo One"/>
                <a:ea typeface="Russo One"/>
              </a:rPr>
              <a:t>The Browns</a:t>
            </a:r>
            <a:endParaRPr b="0" lang="en-HK" sz="6610" spc="-1" strike="noStrike">
              <a:latin typeface="Arial"/>
            </a:endParaRPr>
          </a:p>
        </p:txBody>
      </p:sp>
      <p:sp>
        <p:nvSpPr>
          <p:cNvPr id="315" name="Google Shape;779;p32"/>
          <p:cNvSpPr/>
          <p:nvPr/>
        </p:nvSpPr>
        <p:spPr>
          <a:xfrm>
            <a:off x="3186720" y="3491280"/>
            <a:ext cx="1191384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7950" spc="-1" strike="noStrike">
                <a:solidFill>
                  <a:srgbClr val="a6e1d8"/>
                </a:solidFill>
                <a:latin typeface="Russo One"/>
                <a:ea typeface="Russo One"/>
              </a:rPr>
              <a:t>CONGRATULATIONS!</a:t>
            </a:r>
            <a:endParaRPr b="0" lang="en-HK" sz="7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LibreOffice/7.3.7.2$Linux_X86_64 LibreOffice_project/30$Build-2</Application>
  <AppVersion>15.0000</AppVersion>
  <Words>2502</Words>
  <Paragraphs>315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2023-07-18T20:26:52Z</dcterms:created>
  <dc:creator/>
  <dc:description/>
  <dc:language>en-HK</dc:language>
  <cp:lastModifiedBy/>
  <dcterms:modified xsi:type="dcterms:W3CDTF">2025-11-18T17:46:25Z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3D0D5EA0A1AD94838CF5B664DE33C040_42</vt:lpwstr>
  </property>
  <property fmtid="{D5CDD505-2E9C-101B-9397-08002B2CF9AE}" pid="3" name="KSOProductBuildVer">
    <vt:lpwstr>2052-5.5.1.7991</vt:lpwstr>
  </property>
  <property fmtid="{D5CDD505-2E9C-101B-9397-08002B2CF9AE}" pid="4" name="Slides">
    <vt:i4>20</vt:i4>
  </property>
</Properties>
</file>