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DCCC2AC-B0A2-44D5-A86A-6E678F8FC4B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B22E25C-368B-4B93-992C-FBD05E15112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9C3E35D-C154-4C80-A7C0-FCFF1B5DE76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ACA317A-DE61-4933-A579-F5E8BE9B62C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1D8CF06-3B2A-4703-9516-EEDBA2C9275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EFA72F6-934D-4691-95ED-2771B347649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860DEAF-AFA3-49FE-B2ED-AC8249EB979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0418205-8D0A-4D29-A528-998EE071B4C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EA34968-CDCB-4C83-82EE-C7B01C89AD3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7B3DC43-A06B-44D0-BAC4-60A0559000F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060E072-AD5F-42DB-9596-456EDEEADEC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AA213FA-1067-4D3D-9EEE-18E1812E270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HK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58BBDE1-9EB4-4731-993F-4BA9A8050A1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a5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a5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i="1" lang="en-US" sz="1800" spc="-1" strike="noStrike">
                <a:solidFill>
                  <a:srgbClr val="000000"/>
                </a:solidFill>
                <a:latin typeface="Calibri"/>
              </a:rPr>
              <a:t>Bridget Fonda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HK" sz="3200" spc="-1" strike="noStrike">
              <a:latin typeface="Arial"/>
            </a:endParaRPr>
          </a:p>
        </p:txBody>
      </p:sp>
      <p:pic>
        <p:nvPicPr>
          <p:cNvPr id="45" name="Picture 3" descr="none.png"/>
          <p:cNvPicPr/>
          <p:nvPr/>
        </p:nvPicPr>
        <p:blipFill>
          <a:blip r:embed="rId1"/>
          <a:stretch/>
        </p:blipFill>
        <p:spPr>
          <a:xfrm>
            <a:off x="6383880" y="600120"/>
            <a:ext cx="2879280" cy="2519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Movie List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•"/>
            </a:pPr>
            <a:r>
              <a:rPr b="0" i="1" lang="en-US" sz="1200" spc="-1" strike="noStrike">
                <a:solidFill>
                  <a:srgbClr val="000000"/>
                </a:solidFill>
                <a:latin typeface="Calibri"/>
              </a:rPr>
              <a:t>Born in Los Angeles, Bridget Fonda comes from a respected acting family, which includes Henry Fonda, Peter Fonda and Jane Fonda. She became involved with the theatre after appearing in a school production of Harvey, and later having a silent role in Partners. In 1988, she appeared in Scandal, her first speaking role, having a few small roles afterwards.</a:t>
            </a:r>
            <a:endParaRPr b="0" lang="en-HK" sz="1200" spc="-1" strike="noStrike">
              <a:latin typeface="Arial"/>
            </a:endParaRPr>
          </a:p>
        </p:txBody>
      </p:sp>
      <p:graphicFrame>
        <p:nvGraphicFramePr>
          <p:cNvPr id="48" name="Table 3"/>
          <p:cNvGraphicFramePr/>
          <p:nvPr/>
        </p:nvGraphicFramePr>
        <p:xfrm>
          <a:off x="628920" y="1825920"/>
          <a:ext cx="7886160" cy="1109160"/>
        </p:xfrm>
        <a:graphic>
          <a:graphicData uri="http://schemas.openxmlformats.org/drawingml/2006/table">
            <a:tbl>
              <a:tblPr/>
              <a:tblGrid>
                <a:gridCol w="2628720"/>
                <a:gridCol w="2628720"/>
                <a:gridCol w="2872800"/>
              </a:tblGrid>
              <a:tr h="3697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1</a:t>
                      </a:r>
                      <a:endParaRPr b="0" lang="en-HK" sz="1800" spc="-1" strike="noStrike"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2</a:t>
                      </a:r>
                      <a:endParaRPr b="0" lang="en-HK" sz="1800" spc="-1" strike="noStrike"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  <a:endParaRPr b="0" lang="en-HK" sz="1800" spc="-1" strike="noStrike"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4f81bd"/>
                    </a:solidFill>
                  </a:tcPr>
                </a:tc>
              </a:tr>
              <a:tr h="3697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  <a:endParaRPr b="0" lang="en-HK" sz="1800" spc="-1" strike="noStrike"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  <a:endParaRPr b="0" lang="en-HK" sz="1800" spc="-1" strike="noStrike"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  <a:endParaRPr b="0" lang="en-HK" sz="1800" spc="-1" strike="noStrike"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0d8e7"/>
                    </a:solidFill>
                  </a:tcPr>
                </a:tc>
              </a:tr>
              <a:tr h="3700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7</a:t>
                      </a:r>
                      <a:endParaRPr b="0" lang="en-HK" sz="1800" spc="-1" strike="noStrike"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8</a:t>
                      </a:r>
                      <a:endParaRPr b="0" lang="en-HK" sz="1800" spc="-1" strike="noStrike"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9</a:t>
                      </a:r>
                      <a:endParaRPr b="0" lang="en-HK" sz="1800" spc="-1" strike="noStrike"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9ecf3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LibreOffice/7.3.7.2$Linux_X86_64 LibreOffice_project/30$Build-2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en-HK</dc:language>
  <cp:lastModifiedBy/>
  <dcterms:modified xsi:type="dcterms:W3CDTF">2025-11-19T18:18:56Z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