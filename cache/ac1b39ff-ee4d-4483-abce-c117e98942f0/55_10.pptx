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1F3144-38A6-4694-BDC5-0D8A516BA1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8C9D9C-67F0-4DE8-9DD5-77819D61FA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C8F0F0-B9BB-4FDE-B16C-92CC015254A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CAD0E5-4034-461B-B390-94F6C71C94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EA8030-8A48-4EAF-B789-3CE41963CBE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07C7A8-9F70-4FA2-8CBE-5A1113243F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193BFD-2FDD-4385-9522-05E75AB934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9D7CFE-190D-4D10-B046-5AD33351E1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326D3A-D4CE-4F22-A064-6FC9DF2C34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CF57DB-3F9F-4A68-8371-C3FFF911FA7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E57069-F442-4690-83F2-D3EC42268C1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EF2B1B-75C9-4590-A9E4-CA8AA66F451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7A2046-04EE-4B5C-B137-362A2AA8981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a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a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800" spc="-1" strike="noStrike">
                <a:solidFill>
                  <a:srgbClr val="000000"/>
                </a:solidFill>
                <a:latin typeface="Calibri"/>
              </a:rPr>
              <a:t>Bridget Fonda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  <p:pic>
        <p:nvPicPr>
          <p:cNvPr id="45" name="Picture 3" descr="none.png"/>
          <p:cNvPicPr/>
          <p:nvPr/>
        </p:nvPicPr>
        <p:blipFill>
          <a:blip r:embed="rId1"/>
          <a:stretch/>
        </p:blipFill>
        <p:spPr>
          <a:xfrm>
            <a:off x="6383880" y="600120"/>
            <a:ext cx="2879280" cy="251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Movie List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</a:rPr>
              <a:t>Born in Los Angeles, Bridget Fonda comes from a respected acting family, which includes Henry Fonda, Peter Fonda and Jane Fonda. She became involved with the theatre after appearing in a school production of Harvey, and later having a silent role in Partners. In 1988, she appeared in Scandal, her first speaking role, having a few small roles afterwards.</a:t>
            </a:r>
            <a:endParaRPr b="0" lang="en-HK" sz="1200" spc="-1" strike="noStrike">
              <a:latin typeface="Arial"/>
            </a:endParaRPr>
          </a:p>
        </p:txBody>
      </p:sp>
      <p:graphicFrame>
        <p:nvGraphicFramePr>
          <p:cNvPr id="48" name="Table 3"/>
          <p:cNvGraphicFramePr/>
          <p:nvPr/>
        </p:nvGraphicFramePr>
        <p:xfrm>
          <a:off x="628920" y="1825920"/>
          <a:ext cx="7886160" cy="1109160"/>
        </p:xfrm>
        <a:graphic>
          <a:graphicData uri="http://schemas.openxmlformats.org/drawingml/2006/table">
            <a:tbl>
              <a:tblPr/>
              <a:tblGrid>
                <a:gridCol w="2628720"/>
                <a:gridCol w="2628720"/>
                <a:gridCol w="2629080"/>
              </a:tblGrid>
              <a:tr h="369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</a:tr>
              <a:tr h="3911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</a:tr>
              <a:tr h="370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2025-11-18T16:50:47Z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