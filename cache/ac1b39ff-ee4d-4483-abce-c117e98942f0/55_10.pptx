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32BD6C-9FBF-4AB8-ADA8-41E269187D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A3FA8E-ACB4-41D3-A5D1-6599AB7393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2471E4-5DB1-4A6D-91BE-9786462E31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8A79B1-418A-4A3E-AC20-F51E51FE4D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A6F3D5-5E48-49B5-A28E-2925D2B5FD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BA9627-FB6A-4FED-8827-7D47DA410A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6D4D8C-C0A1-46A2-B679-9D846602B9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FA481C-3C83-45DE-8431-F6F8D90CD2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CE4B1F-5307-4AB9-9071-8C6974C4DD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3F6CE7-3F5D-4F55-A990-C96049129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05B596-F561-4408-B16C-7EA16B9311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0ADA6B-6027-41A1-9F45-4CD40569E7C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A67E88-E6AC-42A8-A601-DF2CA7277EB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</a:t>
            </a:r>
            <a:r>
              <a:rPr b="0" lang="en-HK" sz="4400" spc="-1" strike="noStrike">
                <a:latin typeface="Arial"/>
              </a:rPr>
              <a:t>edit the </a:t>
            </a:r>
            <a:r>
              <a:rPr b="0" lang="en-HK" sz="4400" spc="-1" strike="noStrike">
                <a:latin typeface="Arial"/>
              </a:rPr>
              <a:t>title text </a:t>
            </a:r>
            <a:r>
              <a:rPr b="0" lang="en-HK" sz="4400" spc="-1" strike="noStrike">
                <a:latin typeface="Arial"/>
              </a:rPr>
              <a:t>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Bridget Fonda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383880" y="600120"/>
            <a:ext cx="2879280" cy="25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Movie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List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</a:rPr>
              <a:t>Born in Los Angeles, Bridget Fonda comes from a respected acting family, which includes Henry Fonda, Peter Fonda and Jane Fonda. She became involved with the theatre after appearing in a school production of Harvey, and later having a silent role in Partners. In 1988, she appeared in Scandal, her first speaking role, having a few small roles afterwards.</a:t>
            </a:r>
            <a:endParaRPr b="0" lang="en-HK" sz="1200" spc="-1" strike="noStrike">
              <a:latin typeface="Arial"/>
            </a:endParaRPr>
          </a:p>
        </p:txBody>
      </p:sp>
      <p:graphicFrame>
        <p:nvGraphicFramePr>
          <p:cNvPr id="48" name="Table 3"/>
          <p:cNvGraphicFramePr/>
          <p:nvPr/>
        </p:nvGraphicFramePr>
        <p:xfrm>
          <a:off x="628560" y="1825560"/>
          <a:ext cx="7886160" cy="11091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2025-11-17T20:34:08Z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