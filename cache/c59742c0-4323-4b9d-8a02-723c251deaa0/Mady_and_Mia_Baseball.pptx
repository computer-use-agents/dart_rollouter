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1.jpeg" ContentType="image/jpeg"/>
  <Override PartName="/ppt/media/image2.jpeg" ContentType="image/jpeg"/>
  <Override PartName="/ppt/media/image3.jpeg" ContentType="image/jpeg"/>
  <Override PartName="/ppt/media/image4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91DBC4-B44E-4920-8509-F4E0B0B887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B12F46D-DECB-412B-A160-AA2292BD7A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AF89CE-A22D-433A-A78F-FE608D8DB1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980EC4-952D-49D1-BB7A-7310C6466C5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276DA4-DE8B-44DC-88B6-2D39C1CEB7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320040"/>
            <a:ext cx="723852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871351-6458-4230-B6D7-F9D86C1854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75F01B-5B6C-49F7-A2A9-7E6E720FFC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68D8A6-B885-40DF-925E-F227CFDA98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5C666D-0342-44C1-86A9-F1F2494159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376D2DB-0B7B-4882-BBDB-7DAC666742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159E78-FA80-4A2B-A900-408868AE8FE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290484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535248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290484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535248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7BB62E-0BB7-4233-AB88-10E9AD9BA2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6506BC3-D535-47A3-BD30-EB31BE1C9D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21C5606-96DC-41B3-9EBB-FD25225E7D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CCDB431-5E7C-4FB7-842B-23E1479AE7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6A2F9A6-E999-4E2D-BD52-401A44A3EA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F81CCB1-5D72-47E2-A1BA-2ACCCAA199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320040"/>
            <a:ext cx="723852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7FDD675-ECE3-4537-BCB1-5DCB2E857C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517C2AB-A2CE-4401-B071-51A7ED8978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44D2B25-20A1-4ADF-BAEF-1C053844B9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6EC85CA-9BCF-4C7A-926E-896CCCFCAB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720E980-D1CA-49AB-ACFD-4E358656B6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EF02E2D-B89C-438C-B280-F12CDF075D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290484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535248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290484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535248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15D803E-F6DF-43D1-A4D5-BFF406C9343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1a1a1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8" hidden="1"/>
          <p:cNvSpPr/>
          <p:nvPr/>
        </p:nvSpPr>
        <p:spPr>
          <a:xfrm flipH="1">
            <a:off x="8152560" y="0"/>
            <a:ext cx="990360" cy="6857640"/>
          </a:xfrm>
          <a:prstGeom prst="rect">
            <a:avLst/>
          </a:prstGeom>
          <a:blipFill rotWithShape="0">
            <a:blip r:embed="rId2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45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" name="Rectangle 7"/>
          <p:cNvSpPr/>
          <p:nvPr/>
        </p:nvSpPr>
        <p:spPr>
          <a:xfrm flipH="1">
            <a:off x="2666160" y="0"/>
            <a:ext cx="6476760" cy="6857640"/>
          </a:xfrm>
          <a:prstGeom prst="rect">
            <a:avLst/>
          </a:prstGeom>
          <a:blipFill rotWithShape="0">
            <a:blip r:embed="rId3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5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" name="Straight Connector 8"/>
          <p:cNvSpPr/>
          <p:nvPr/>
        </p:nvSpPr>
        <p:spPr>
          <a:xfrm flipV="1">
            <a:off x="2666880" y="0"/>
            <a:ext cx="360" cy="6858000"/>
          </a:xfrm>
          <a:prstGeom prst="line">
            <a:avLst/>
          </a:prstGeom>
          <a:ln w="11430">
            <a:solidFill>
              <a:srgbClr val="ffffff">
                <a:shade val="9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366720" y="533520"/>
            <a:ext cx="5105160" cy="28677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4200" spc="-1" strike="noStrike" cap="all">
                <a:latin typeface="Trebuchet MS"/>
              </a:rPr>
              <a:t>Click to edit Master title style</a:t>
            </a:r>
            <a:endParaRPr b="0" lang="en-US" sz="42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5871240" y="6558120"/>
            <a:ext cx="2001960" cy="22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>
              <a:lnSpc>
                <a:spcPct val="100000"/>
              </a:lnSpc>
              <a:buNone/>
              <a:defRPr b="0" lang="en-US" sz="1000" spc="-1" strike="noStrike">
                <a:solidFill>
                  <a:srgbClr val="ffffff"/>
                </a:solidFill>
                <a:latin typeface="Trebuchet M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Trebuchet MS"/>
              </a:rPr>
              <a:t>&lt;date/time&gt;</a:t>
            </a:r>
            <a:endParaRPr b="0" lang="en-HK" sz="1000" spc="-1" strike="noStrike"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2819520" y="6558120"/>
            <a:ext cx="2927520" cy="22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7880760" y="6556320"/>
            <a:ext cx="5878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100" spc="-1" strike="noStrike">
                <a:solidFill>
                  <a:srgbClr val="ffffff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72800A-FDD8-45F4-8252-58687CEE0684}" type="slidenum">
              <a:rPr b="0" lang="en-US" sz="1100" spc="-1" strike="noStrike">
                <a:solidFill>
                  <a:srgbClr val="ffffff"/>
                </a:solidFill>
                <a:latin typeface="Trebuchet MS"/>
              </a:rPr>
              <a:t>&lt;number&gt;</a:t>
            </a:fld>
            <a:endParaRPr b="0" lang="en-HK" sz="1100" spc="-1" strike="noStrike"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Click to edit the outline text format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6f6f6f"/>
                </a:solidFill>
                <a:latin typeface="Trebuchet MS"/>
              </a:rPr>
              <a:t>Third Outline Level</a:t>
            </a:r>
            <a:endParaRPr b="0" lang="en-US" sz="2000" spc="-1" strike="noStrike">
              <a:solidFill>
                <a:srgbClr val="6f6f6f"/>
              </a:solidFill>
              <a:latin typeface="Trebuchet M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Trebuchet MS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8"/>
          <p:cNvSpPr/>
          <p:nvPr/>
        </p:nvSpPr>
        <p:spPr>
          <a:xfrm flipH="1">
            <a:off x="8152560" y="0"/>
            <a:ext cx="990360" cy="6857640"/>
          </a:xfrm>
          <a:prstGeom prst="rect">
            <a:avLst/>
          </a:prstGeom>
          <a:blipFill rotWithShape="0">
            <a:blip r:embed="rId2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45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Click to edit Master title style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Click to edit Master text styles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lvl="1" marL="521280" indent="-228600">
              <a:lnSpc>
                <a:spcPct val="100000"/>
              </a:lnSpc>
              <a:spcBef>
                <a:spcPts val="499"/>
              </a:spcBef>
              <a:buClr>
                <a:srgbClr val="f9b639"/>
              </a:buClr>
              <a:buSzPct val="80000"/>
              <a:buFont typeface="Wingdings 2" charset="2"/>
              <a:buChar char=""/>
            </a:pPr>
            <a:r>
              <a:rPr b="0" lang="en-US" sz="2300" spc="-1" strike="noStrike">
                <a:solidFill>
                  <a:srgbClr val="6f6f6f"/>
                </a:solidFill>
                <a:latin typeface="Trebuchet MS"/>
              </a:rPr>
              <a:t>Second level</a:t>
            </a:r>
            <a:endParaRPr b="0" lang="en-US" sz="2300" spc="-1" strike="noStrike">
              <a:solidFill>
                <a:srgbClr val="000000"/>
              </a:solidFill>
              <a:latin typeface="Trebuchet MS"/>
            </a:endParaRPr>
          </a:p>
          <a:p>
            <a:pPr lvl="2" marL="75888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60000"/>
              <a:buFont typeface="Wingdings" charset="2"/>
              <a:buChar char="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Third level</a:t>
            </a:r>
            <a:endParaRPr b="0" lang="en-US" sz="2000" spc="-1" strike="noStrike">
              <a:solidFill>
                <a:srgbClr val="6f6f6f"/>
              </a:solidFill>
              <a:latin typeface="Trebuchet MS"/>
            </a:endParaRPr>
          </a:p>
          <a:p>
            <a:pPr lvl="3" marL="100584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80000"/>
              <a:buFont typeface="Wingdings 2" charset="2"/>
              <a:buChar char=""/>
            </a:pPr>
            <a:r>
              <a:rPr b="0" lang="en-US" sz="2000" spc="-1" strike="noStrike">
                <a:solidFill>
                  <a:srgbClr val="6f6f6f"/>
                </a:solidFill>
                <a:latin typeface="Trebuchet MS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4" marL="128016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70000"/>
              <a:buFont typeface="Wingdings" charset="2"/>
              <a:buChar char=""/>
            </a:pPr>
            <a:r>
              <a:rPr b="0" lang="en-US" sz="1800" spc="-1" strike="noStrike">
                <a:solidFill>
                  <a:srgbClr val="000000"/>
                </a:solidFill>
                <a:latin typeface="Trebuchet MS"/>
              </a:rPr>
              <a:t>Fifth level</a:t>
            </a: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4"/>
          </p:nvPr>
        </p:nvSpPr>
        <p:spPr>
          <a:xfrm>
            <a:off x="4245840" y="6558120"/>
            <a:ext cx="2001960" cy="22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>
              <a:lnSpc>
                <a:spcPct val="100000"/>
              </a:lnSpc>
              <a:buNone/>
              <a:defRPr b="0" lang="en-US" sz="1000" spc="-1" strike="noStrike">
                <a:solidFill>
                  <a:srgbClr val="b13f9a"/>
                </a:solidFill>
                <a:latin typeface="Trebuchet M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b13f9a"/>
                </a:solidFill>
                <a:latin typeface="Trebuchet MS"/>
              </a:rPr>
              <a:t>&lt;date/time&gt;</a:t>
            </a:r>
            <a:endParaRPr b="0" lang="en-HK" sz="1000" spc="-1" strike="noStrike"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5"/>
          </p:nvPr>
        </p:nvSpPr>
        <p:spPr>
          <a:xfrm>
            <a:off x="457200" y="6558120"/>
            <a:ext cx="3657240" cy="22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6"/>
          </p:nvPr>
        </p:nvSpPr>
        <p:spPr>
          <a:xfrm>
            <a:off x="6251400" y="6556320"/>
            <a:ext cx="5878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100" spc="-1" strike="noStrike">
                <a:solidFill>
                  <a:srgbClr val="b13f9a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B7E6DC-36BF-4A78-AB22-3784856BCD2F}" type="slidenum">
              <a:rPr b="0" lang="en-US" sz="1100" spc="-1" strike="noStrike">
                <a:solidFill>
                  <a:srgbClr val="b13f9a"/>
                </a:solidFill>
                <a:latin typeface="Trebuchet MS"/>
              </a:rPr>
              <a:t>&lt;number&gt;</a:t>
            </a:fld>
            <a:endParaRPr b="0" lang="en-HK" sz="11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audio" Target="file:///home/user/Desktop/Baseball.mp3" TargetMode="External"/><Relationship Id="rId2" Type="http://schemas.microsoft.com/office/2007/relationships/media" Target="file:///home/user/Desktop/Baseball.mp3" TargetMode="External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366720" y="533520"/>
            <a:ext cx="5105160" cy="28677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4200" spc="-1" strike="noStrike" cap="all">
                <a:latin typeface="Trebuchet MS"/>
              </a:rPr>
              <a:t>Baseball</a:t>
            </a:r>
            <a:endParaRPr b="0" lang="en-US" sz="42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ubTitle"/>
          </p:nvPr>
        </p:nvSpPr>
        <p:spPr>
          <a:xfrm>
            <a:off x="685800" y="3429000"/>
            <a:ext cx="7314840" cy="23619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t">
            <a:normAutofit/>
          </a:bodyPr>
          <a:p>
            <a:pPr algn="r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By Madelyn</a:t>
            </a:r>
            <a:endParaRPr b="0" lang="en-HK" sz="2200" spc="-1" strike="noStrike">
              <a:latin typeface="Arial"/>
            </a:endParaRPr>
          </a:p>
          <a:p>
            <a:pPr algn="r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 </a:t>
            </a: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and Mia</a:t>
            </a:r>
            <a:endParaRPr b="0" lang="en-HK" sz="2200" spc="-1" strike="noStrike">
              <a:latin typeface="Arial"/>
            </a:endParaRPr>
          </a:p>
        </p:txBody>
      </p:sp>
      <p:pic>
        <p:nvPicPr>
          <p:cNvPr id="88" name="" descr="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r:link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711240" y="2544840"/>
            <a:ext cx="1799640" cy="179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371600" y="380880"/>
            <a:ext cx="6400440" cy="8377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Table of contents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905120"/>
            <a:ext cx="746712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5000"/>
          </a:bodyPr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History of baseball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1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2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baseball players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3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Mascots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4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History of baseball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7467120" cy="297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0000"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Baseball has been around for hundreds of years.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It started as an English game called “rounder's”.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Americans played a similar game called “town ball”.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1845, Alexander Cartwright and Daniel “Doc” Adams , leaders of Knickerbocker Baseball club developed the first set of rules for the game.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the 1900s the rules had evolved to be close to the rules of today to consider it the “birth” of baseball.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Babe Ruth  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Without question George Herman “Babe” Ruth is the most famous and important baseball player in history.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He died from throat cancer at the age of 53.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22 seasons he scored 714  home runs.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 best season was in 1927 when he hit 60 home runs. This was a record for 34 years.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98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 </a:t>
            </a:r>
            <a:r>
              <a:rPr b="1" lang="en-US" sz="3800" spc="-1" strike="noStrike" cap="all">
                <a:latin typeface="Trebuchet MS"/>
              </a:rPr>
              <a:t>Who’s the best baseball player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because he hit 60 home runs.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is a good baseball player because he led the Boston Red Sox’s to there fifth world series title, winning game land 4 against the Chicago Cubs.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447920" y="380880"/>
            <a:ext cx="640044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Did you know every baseball team has a mascot?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2133720"/>
            <a:ext cx="7467120" cy="281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5000"/>
          </a:bodyPr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top 10 mascots are: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Mr. Met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Phillies Phantie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Bernie Brewer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Billy the Marlin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Wally the Green Monster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Mariner Moose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Saint Diego Chicken Stomper/Lou seal/the Oriole Bird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Mascots represent the team and entertain the audience.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533520"/>
            <a:ext cx="7238520" cy="11275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97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Glossary</a:t>
            </a:r>
            <a:br>
              <a:rPr sz="3800"/>
            </a:b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0" y="160020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Evolved- to develop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Mascot- a person, an animal, or a thing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Record- the best that has yet been done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Seasons- a period of time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World Series – annual championship series between North American-based Major League Baseball (MLB), played since 1903 between the American League (AL).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index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7467120" cy="228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79000"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Table of contents                                           page 1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History of baseball                                         page 2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                                                     page 3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Who’s the best baseball player                       page 4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Did you know every team has a Mascot           page 5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Opulent</Template>
  <TotalTime>130</TotalTime>
  <Application>LibreOffice/7.3.7.2$Linux_X86_64 LibreOffice_project/30$Build-2</Application>
  <AppVersion>15.0000</AppVersion>
  <Words>337</Words>
  <Paragraphs>44</Paragraphs>
  <Company>McLean County Unit District No. 5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2015-02-09T17:10:37Z</dcterms:created>
  <dc:creator>Student, Benjamin</dc:creator>
  <dc:description/>
  <dc:language>en-HK</dc:language>
  <cp:lastModifiedBy/>
  <dcterms:modified xsi:type="dcterms:W3CDTF">2025-11-17T20:36:35Z</dcterms:modified>
  <cp:revision>22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8</vt:i4>
  </property>
</Properties>
</file>