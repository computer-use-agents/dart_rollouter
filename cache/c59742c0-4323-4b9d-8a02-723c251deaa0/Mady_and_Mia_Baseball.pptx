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FEB93D-DD31-4F40-90F5-3ECA32FEA21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200" y="1609560"/>
            <a:ext cx="7238520" cy="48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AF2639-BBFC-4E0E-85E2-F2CA78F242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7238520" cy="48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6C92EA-CAFF-4B7B-9E59-72C3B2E7E4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3532320" cy="48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166640" y="1609560"/>
            <a:ext cx="3532320" cy="48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986423-E1E4-4AA8-95D7-81662468C0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710708-7DC7-44CF-A812-34D0FE48F2D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457200" y="320040"/>
            <a:ext cx="723852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EE434F-E233-4C3F-8D4D-D41A4B9389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166640" y="1609560"/>
            <a:ext cx="3532320" cy="48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457200" y="414072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AC3B50-DCA1-42B5-B7EB-237E4590C2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3532320" cy="48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166640" y="160956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4166640" y="414072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6240D9-B810-49BC-9BF0-352AB57D45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166640" y="160956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457200" y="4140720"/>
            <a:ext cx="72385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3D77F8-C3F2-46EE-9E42-BFC712038F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72385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57200" y="4140720"/>
            <a:ext cx="72385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35738D-9E55-45EC-BD12-5E79D83FCB1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166640" y="160956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457200" y="414072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166640" y="414072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2F504C-5CE2-4B00-A07D-A11EB91BFA7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233064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2904840" y="1609560"/>
            <a:ext cx="233064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5352480" y="1609560"/>
            <a:ext cx="233064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457200" y="4140720"/>
            <a:ext cx="233064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2904840" y="4140720"/>
            <a:ext cx="233064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5352480" y="4140720"/>
            <a:ext cx="233064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08CB7F-3ABC-4254-A182-5345765D1FA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4F9235-42E2-473A-BDC6-A2633EE2E50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457200" y="1609560"/>
            <a:ext cx="7238520" cy="48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DFE763-51D1-47C5-9BA5-DBD36F874D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7238520" cy="48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918E4A-068A-4AC6-B105-0E28342B75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3532320" cy="48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166640" y="1609560"/>
            <a:ext cx="3532320" cy="48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27CCC2-BF73-4E67-A817-2ED7033E4A2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72AF81-0BAA-4B2C-B2E7-F2F6A71E68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457200" y="320040"/>
            <a:ext cx="723852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986603-7E52-4263-94ED-CEE3AD40517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166640" y="1609560"/>
            <a:ext cx="3532320" cy="48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414072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81324A-EC29-4A68-B918-2E93E036CD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3532320" cy="48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166640" y="160956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166640" y="414072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4B8D1A-69EB-47BC-A417-4727CF61A0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166640" y="160956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4140720"/>
            <a:ext cx="72385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83904B-FE2A-47CE-8D79-F05A40E67C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72385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57200" y="4140720"/>
            <a:ext cx="72385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7A4718-60BF-4E3E-BDC4-5731A02680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4166640" y="160956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457200" y="414072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4166640" y="414072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913B33-E327-4C4F-BD18-EC17A562485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233064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2904840" y="1609560"/>
            <a:ext cx="233064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5352480" y="1609560"/>
            <a:ext cx="233064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457200" y="4140720"/>
            <a:ext cx="233064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2904840" y="4140720"/>
            <a:ext cx="233064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5352480" y="4140720"/>
            <a:ext cx="233064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8E5FA9-D06D-4E9D-B6BF-D6C0A99B21F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1a1a1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8" hidden="1"/>
          <p:cNvSpPr/>
          <p:nvPr/>
        </p:nvSpPr>
        <p:spPr>
          <a:xfrm flipH="1">
            <a:off x="8152560" y="0"/>
            <a:ext cx="990360" cy="6857640"/>
          </a:xfrm>
          <a:prstGeom prst="rect">
            <a:avLst/>
          </a:prstGeom>
          <a:blipFill rotWithShape="0">
            <a:blip r:embed="rId2">
              <a:alphaModFix amt="43000"/>
            </a:blip>
            <a:srcRect/>
            <a:tile/>
          </a:blipFill>
          <a:ln w="0">
            <a:noFill/>
          </a:ln>
          <a:effectLst>
            <a:innerShdw blurRad="63500" dir="10800000" dist="4445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" name="Rectangle 7"/>
          <p:cNvSpPr/>
          <p:nvPr/>
        </p:nvSpPr>
        <p:spPr>
          <a:xfrm flipH="1">
            <a:off x="2666160" y="0"/>
            <a:ext cx="6476760" cy="6857640"/>
          </a:xfrm>
          <a:prstGeom prst="rect">
            <a:avLst/>
          </a:prstGeom>
          <a:blipFill rotWithShape="0">
            <a:blip r:embed="rId3">
              <a:alphaModFix amt="43000"/>
            </a:blip>
            <a:srcRect/>
            <a:tile/>
          </a:blipFill>
          <a:ln w="0">
            <a:noFill/>
          </a:ln>
          <a:effectLst>
            <a:innerShdw blurRad="63500" dir="10800000" dist="4445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" name="Straight Connector 8"/>
          <p:cNvSpPr/>
          <p:nvPr/>
        </p:nvSpPr>
        <p:spPr>
          <a:xfrm flipV="1">
            <a:off x="2666880" y="0"/>
            <a:ext cx="360" cy="6858000"/>
          </a:xfrm>
          <a:prstGeom prst="line">
            <a:avLst/>
          </a:prstGeom>
          <a:ln w="11430">
            <a:solidFill>
              <a:srgbClr val="ffffff">
                <a:shade val="9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366720" y="533520"/>
            <a:ext cx="5105160" cy="28677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b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4200" spc="-1" strike="noStrike" cap="all">
                <a:latin typeface="Trebuchet MS"/>
              </a:rPr>
              <a:t>Click to edit Master title style</a:t>
            </a:r>
            <a:endParaRPr b="0" lang="en-US" sz="42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dt" idx="1"/>
          </p:nvPr>
        </p:nvSpPr>
        <p:spPr>
          <a:xfrm>
            <a:off x="5871240" y="6558120"/>
            <a:ext cx="2001960" cy="22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b">
            <a:noAutofit/>
          </a:bodyPr>
          <a:lstStyle>
            <a:lvl1pPr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Trebuchet M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Trebuchet MS"/>
              </a:rPr>
              <a:t>&lt;date/time&gt;</a:t>
            </a:r>
            <a:endParaRPr b="0" lang="en-HK" sz="1000" spc="-1" strike="noStrike"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2"/>
          </p:nvPr>
        </p:nvSpPr>
        <p:spPr>
          <a:xfrm>
            <a:off x="2819520" y="6558120"/>
            <a:ext cx="292752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b">
            <a:noAutofit/>
          </a:bodyPr>
          <a:lstStyle>
            <a:lvl1pPr algn="ct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7880760" y="6556320"/>
            <a:ext cx="5878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Trebuchet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F0183D5-0B48-4E7A-BC65-3935EDED3612}" type="slidenum">
              <a:rPr b="0" lang="en-US" sz="1100" spc="-1" strike="noStrike">
                <a:solidFill>
                  <a:srgbClr val="ffffff"/>
                </a:solidFill>
                <a:latin typeface="Trebuchet MS"/>
              </a:rPr>
              <a:t>&lt;number&gt;</a:t>
            </a:fld>
            <a:endParaRPr b="0" lang="en-HK" sz="1100" spc="-1" strike="noStrike"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Click to edit the outline text format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Trebuchet MS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Trebuchet M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6f6f6f"/>
                </a:solidFill>
                <a:latin typeface="Trebuchet MS"/>
              </a:rPr>
              <a:t>Third Outline Level</a:t>
            </a:r>
            <a:endParaRPr b="0" lang="en-US" sz="2000" spc="-1" strike="noStrike">
              <a:solidFill>
                <a:srgbClr val="6f6f6f"/>
              </a:solidFill>
              <a:latin typeface="Trebuchet M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Trebuchet MS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rebuchet M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Trebuchet M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rebuchet M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Trebuchet M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rebuchet M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Trebuchet M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8"/>
          <p:cNvSpPr/>
          <p:nvPr/>
        </p:nvSpPr>
        <p:spPr>
          <a:xfrm flipH="1">
            <a:off x="8152560" y="0"/>
            <a:ext cx="990360" cy="6857640"/>
          </a:xfrm>
          <a:prstGeom prst="rect">
            <a:avLst/>
          </a:prstGeom>
          <a:blipFill rotWithShape="0">
            <a:blip r:embed="rId2">
              <a:alphaModFix amt="43000"/>
            </a:blip>
            <a:srcRect/>
            <a:tile/>
          </a:blipFill>
          <a:ln w="0">
            <a:noFill/>
          </a:ln>
          <a:effectLst>
            <a:innerShdw blurRad="63500" dir="10800000" dist="4445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800" spc="-1" strike="noStrike" cap="all">
                <a:latin typeface="Trebuchet MS"/>
              </a:rPr>
              <a:t>Click to edit Master title style</a:t>
            </a:r>
            <a:endParaRPr b="0" lang="en-US" sz="3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9560"/>
            <a:ext cx="7238520" cy="48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Wingdings 2" charset="2"/>
              <a:buChar char="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Click to edit Master text styles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lvl="1" marL="521280" indent="-228600">
              <a:lnSpc>
                <a:spcPct val="100000"/>
              </a:lnSpc>
              <a:spcBef>
                <a:spcPts val="499"/>
              </a:spcBef>
              <a:buClr>
                <a:srgbClr val="f9b639"/>
              </a:buClr>
              <a:buSzPct val="80000"/>
              <a:buFont typeface="Wingdings 2" charset="2"/>
              <a:buChar char=""/>
            </a:pPr>
            <a:r>
              <a:rPr b="0" lang="en-US" sz="2300" spc="-1" strike="noStrike">
                <a:solidFill>
                  <a:srgbClr val="6f6f6f"/>
                </a:solidFill>
                <a:latin typeface="Trebuchet MS"/>
              </a:rPr>
              <a:t>Second level</a:t>
            </a:r>
            <a:endParaRPr b="0" lang="en-US" sz="2300" spc="-1" strike="noStrike">
              <a:solidFill>
                <a:srgbClr val="000000"/>
              </a:solidFill>
              <a:latin typeface="Trebuchet MS"/>
            </a:endParaRPr>
          </a:p>
          <a:p>
            <a:pPr lvl="2" marL="758880" indent="-228600">
              <a:lnSpc>
                <a:spcPct val="100000"/>
              </a:lnSpc>
              <a:spcBef>
                <a:spcPts val="400"/>
              </a:spcBef>
              <a:buClr>
                <a:srgbClr val="f9b639"/>
              </a:buClr>
              <a:buSzPct val="60000"/>
              <a:buFont typeface="Wingdings" charset="2"/>
              <a:buChar char=""/>
            </a:pPr>
            <a:r>
              <a:rPr b="0" lang="en-US" sz="2000" spc="-1" strike="noStrike">
                <a:solidFill>
                  <a:srgbClr val="000000"/>
                </a:solidFill>
                <a:latin typeface="Trebuchet MS"/>
              </a:rPr>
              <a:t>Third level</a:t>
            </a:r>
            <a:endParaRPr b="0" lang="en-US" sz="2000" spc="-1" strike="noStrike">
              <a:solidFill>
                <a:srgbClr val="6f6f6f"/>
              </a:solidFill>
              <a:latin typeface="Trebuchet MS"/>
            </a:endParaRPr>
          </a:p>
          <a:p>
            <a:pPr lvl="3" marL="1005840" indent="-228600">
              <a:lnSpc>
                <a:spcPct val="100000"/>
              </a:lnSpc>
              <a:spcBef>
                <a:spcPts val="400"/>
              </a:spcBef>
              <a:buClr>
                <a:srgbClr val="f9b639"/>
              </a:buClr>
              <a:buSzPct val="80000"/>
              <a:buFont typeface="Wingdings 2" charset="2"/>
              <a:buChar char=""/>
            </a:pPr>
            <a:r>
              <a:rPr b="0" lang="en-US" sz="2000" spc="-1" strike="noStrike">
                <a:solidFill>
                  <a:srgbClr val="6f6f6f"/>
                </a:solidFill>
                <a:latin typeface="Trebuchet MS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Trebuchet MS"/>
            </a:endParaRPr>
          </a:p>
          <a:p>
            <a:pPr lvl="4" marL="1280160" indent="-228600">
              <a:lnSpc>
                <a:spcPct val="100000"/>
              </a:lnSpc>
              <a:spcBef>
                <a:spcPts val="400"/>
              </a:spcBef>
              <a:buClr>
                <a:srgbClr val="f9b639"/>
              </a:buClr>
              <a:buSzPct val="70000"/>
              <a:buFont typeface="Wingdings" charset="2"/>
              <a:buChar char=""/>
            </a:pPr>
            <a:r>
              <a:rPr b="0" lang="en-US" sz="1800" spc="-1" strike="noStrike">
                <a:solidFill>
                  <a:srgbClr val="000000"/>
                </a:solidFill>
                <a:latin typeface="Trebuchet M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4"/>
          </p:nvPr>
        </p:nvSpPr>
        <p:spPr>
          <a:xfrm>
            <a:off x="4245840" y="6558120"/>
            <a:ext cx="2001960" cy="22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b">
            <a:noAutofit/>
          </a:bodyPr>
          <a:lstStyle>
            <a:lvl1pPr>
              <a:lnSpc>
                <a:spcPct val="100000"/>
              </a:lnSpc>
              <a:buNone/>
              <a:defRPr b="0" lang="en-US" sz="1000" spc="-1" strike="noStrike">
                <a:solidFill>
                  <a:srgbClr val="b13f9a"/>
                </a:solidFill>
                <a:latin typeface="Trebuchet M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b13f9a"/>
                </a:solidFill>
                <a:latin typeface="Trebuchet MS"/>
              </a:rPr>
              <a:t>&lt;date/time&gt;</a:t>
            </a:r>
            <a:endParaRPr b="0" lang="en-HK" sz="1000" spc="-1" strike="noStrike"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5"/>
          </p:nvPr>
        </p:nvSpPr>
        <p:spPr>
          <a:xfrm>
            <a:off x="457200" y="6558120"/>
            <a:ext cx="365724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b">
            <a:noAutofit/>
          </a:bodyPr>
          <a:lstStyle>
            <a:lvl1pPr algn="ct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6"/>
          </p:nvPr>
        </p:nvSpPr>
        <p:spPr>
          <a:xfrm>
            <a:off x="6251400" y="6556320"/>
            <a:ext cx="5878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100" spc="-1" strike="noStrike">
                <a:solidFill>
                  <a:srgbClr val="b13f9a"/>
                </a:solidFill>
                <a:latin typeface="Trebuchet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9C7FB1A-09CD-46FC-B62A-61D01E8B6D6A}" type="slidenum">
              <a:rPr b="0" lang="en-US" sz="1100" spc="-1" strike="noStrike">
                <a:solidFill>
                  <a:srgbClr val="b13f9a"/>
                </a:solidFill>
                <a:latin typeface="Trebuchet MS"/>
              </a:rPr>
              <a:t>&lt;number&gt;</a:t>
            </a:fld>
            <a:endParaRPr b="0" lang="en-HK" sz="11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audio" Target="file:///home/user/Desktop/Baseball.mp3" TargetMode="External"/><Relationship Id="rId2" Type="http://schemas.microsoft.com/office/2007/relationships/media" Target="file:///home/user/Desktop/Baseball.mp3" TargetMode="External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366720" y="533520"/>
            <a:ext cx="5105160" cy="28677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b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4200" spc="-1" strike="noStrike" cap="all">
                <a:latin typeface="Trebuchet MS"/>
              </a:rPr>
              <a:t>Baseball</a:t>
            </a:r>
            <a:endParaRPr b="0" lang="en-US" sz="42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685800" y="3429000"/>
            <a:ext cx="7314840" cy="23619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>
            <a:normAutofit/>
          </a:bodyPr>
          <a:p>
            <a:pPr algn="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Trebuchet MS"/>
              </a:rPr>
              <a:t>By Madelyn</a:t>
            </a:r>
            <a:endParaRPr b="0" lang="en-HK" sz="2200" spc="-1" strike="noStrike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Trebuchet MS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Trebuchet MS"/>
              </a:rPr>
              <a:t>and Mia</a:t>
            </a:r>
            <a:endParaRPr b="0" lang="en-HK" sz="2200" spc="-1" strike="noStrike">
              <a:latin typeface="Arial"/>
            </a:endParaRPr>
          </a:p>
        </p:txBody>
      </p:sp>
      <p:pic>
        <p:nvPicPr>
          <p:cNvPr id="88" name="" descr="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711240" y="2544840"/>
            <a:ext cx="1799640" cy="179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371600" y="380880"/>
            <a:ext cx="6400440" cy="8377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b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3800" spc="-1" strike="noStrike" cap="all">
                <a:latin typeface="Trebuchet MS"/>
              </a:rPr>
              <a:t>Table of contents</a:t>
            </a:r>
            <a:endParaRPr b="0" lang="en-US" sz="3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905120"/>
            <a:ext cx="7467120" cy="18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5000"/>
          </a:bodyPr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History of baseball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Page 1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Babe Ruth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Page 2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The baseball players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Page 3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The Mascots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Page 4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800" spc="-1" strike="noStrike" cap="all">
                <a:latin typeface="Trebuchet MS"/>
              </a:rPr>
              <a:t>History of baseball</a:t>
            </a:r>
            <a:endParaRPr b="0" lang="en-US" sz="3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7467120" cy="29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0000"/>
          </a:bodyPr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Baseball has been around for hundreds of years.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It started as an English game called “rounder's”.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Americans played a similar game called “town ball”.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In 1845, Alexander Cartwright and Daniel “Doc” Adams , leaders of Knickerbocker Baseball club developed the first set of rules for the game.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In the 1900s the rules had evolved to be close to the rules of today to consider it the “birth” of baseball.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800" spc="-1" strike="noStrike" cap="all">
                <a:latin typeface="Trebuchet MS"/>
              </a:rPr>
              <a:t>Babe Ruth  </a:t>
            </a:r>
            <a:endParaRPr b="0" lang="en-US" sz="3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7238520" cy="48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Without question George Herman “Babe” Ruth is the most famous and important baseball player in history.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He died from throat cancer at the age of 53.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In 22 seasons he scored 714  home runs.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His best season was in 1927 when he hit 60 home runs. This was a record for 34 years.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b">
            <a:normAutofit fontScale="98000"/>
          </a:bodyPr>
          <a:p>
            <a:pPr>
              <a:lnSpc>
                <a:spcPct val="100000"/>
              </a:lnSpc>
              <a:buNone/>
            </a:pPr>
            <a:r>
              <a:rPr b="1" lang="en-US" sz="3800" spc="-1" strike="noStrike" cap="all">
                <a:latin typeface="Trebuchet MS"/>
              </a:rPr>
              <a:t> </a:t>
            </a:r>
            <a:r>
              <a:rPr b="1" lang="en-US" sz="3800" spc="-1" strike="noStrike" cap="all">
                <a:latin typeface="Trebuchet MS"/>
              </a:rPr>
              <a:t>Who’s the best baseball player</a:t>
            </a:r>
            <a:endParaRPr b="0" lang="en-US" sz="3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7238520" cy="48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Babe Ruth because he hit 60 home runs.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Babe Ruth is a good baseball player because he led the Boston Red Sox’s to there fifth world series title, winning game land 4 against the Chicago Cubs.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447920" y="380880"/>
            <a:ext cx="6400440" cy="1142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b">
            <a:normAutofit fontScale="68000"/>
          </a:bodyPr>
          <a:p>
            <a:pPr>
              <a:lnSpc>
                <a:spcPct val="100000"/>
              </a:lnSpc>
              <a:buNone/>
            </a:pPr>
            <a:r>
              <a:rPr b="1" lang="en-US" sz="3800" spc="-1" strike="noStrike" cap="all">
                <a:latin typeface="Trebuchet MS"/>
              </a:rPr>
              <a:t>Did you know every baseball team has a mascot?</a:t>
            </a:r>
            <a:endParaRPr b="0" lang="en-US" sz="3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2133720"/>
            <a:ext cx="7467120" cy="281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5000"/>
          </a:bodyPr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The top 10 mascots are: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Mr. Met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Phillies Phantie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Bernie Brewer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Billy the Marlin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Wally the Green Monster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Mariner Moose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The Saint Diego Chicken Stomper/Lou seal/the Oriole Bird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The Mascots represent the team and entertain the audience. 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7238520" cy="11275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b">
            <a:normAutofit fontScale="97000"/>
          </a:bodyPr>
          <a:p>
            <a:pPr>
              <a:lnSpc>
                <a:spcPct val="100000"/>
              </a:lnSpc>
              <a:buNone/>
            </a:pPr>
            <a:r>
              <a:rPr b="1" lang="en-US" sz="3800" spc="-1" strike="noStrike" cap="all">
                <a:latin typeface="Trebuchet MS"/>
              </a:rPr>
              <a:t>Glossary</a:t>
            </a:r>
            <a:br>
              <a:rPr sz="3800"/>
            </a:br>
            <a:endParaRPr b="0" lang="en-US" sz="3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0" y="1600200"/>
            <a:ext cx="7238520" cy="48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Wingdings 2" charset="2"/>
              <a:buChar char="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Evolved- to develop 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Wingdings 2" charset="2"/>
              <a:buChar char="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Mascot- a person, an animal, or a thing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Wingdings 2" charset="2"/>
              <a:buChar char="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Record- the best that has yet been done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Wingdings 2" charset="2"/>
              <a:buChar char="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Seasons- a period of time 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Wingdings 2" charset="2"/>
              <a:buChar char="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World Series – annual championship series between North American-based Major League Baseball (MLB), played since 1903 between the American League (AL).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800" spc="-1" strike="noStrike" cap="all">
                <a:latin typeface="Trebuchet MS"/>
              </a:rPr>
              <a:t>index</a:t>
            </a:r>
            <a:endParaRPr b="0" lang="en-US" sz="3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7467120" cy="228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9000"/>
          </a:bodyPr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Table of contents                                           page 1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History of baseball                                         page 2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Babe Ruth                                                      page 3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Who’s the best baseball player                       page 4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Did you know every team has a Mascot           page 5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129</TotalTime>
  <Application>LibreOffice/7.3.7.2$Linux_X86_64 LibreOffice_project/30$Build-2</Application>
  <AppVersion>15.0000</AppVersion>
  <Words>337</Words>
  <Paragraphs>44</Paragraphs>
  <Company>McLean County Unit District No. 5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2015-02-09T17:10:37Z</dcterms:created>
  <dc:creator>Student, Benjamin</dc:creator>
  <dc:description/>
  <dc:language>en-HK</dc:language>
  <cp:lastModifiedBy/>
  <dcterms:modified xsi:type="dcterms:W3CDTF">2025-11-19T06:23:43Z</dcterms:modified>
  <cp:revision>22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8</vt:i4>
  </property>
</Properties>
</file>