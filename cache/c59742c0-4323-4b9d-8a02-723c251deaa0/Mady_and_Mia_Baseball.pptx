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media/image1.jpeg" ContentType="image/jpeg"/>
  <Override PartName="/ppt/media/image2.jpeg" ContentType="image/jpeg"/>
  <Override PartName="/ppt/media/image3.jpeg" ContentType="image/jpeg"/>
  <Override PartName="/ppt/media/image4.png" ContentType="image/png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3C516F6-B733-4175-9F0F-3C5AB6A89B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A0BE91-269A-4FA9-B649-FFC28E78AB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AA0FECB-4E83-4700-902D-64F8E7F3B7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506F0AA-9305-4140-89BB-541D21663A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1D9F38B-3C4D-4E29-924B-F68169E4419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320040"/>
            <a:ext cx="723852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608318A-D710-4974-9AAB-1C11E6CD8D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C83151F-0778-4F38-8F99-C9C67FA525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6DC8193-B3BF-443B-B13B-C84DF68AB7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3E261A4-728D-412D-8926-BC2A25F1EB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E775D76-C827-4888-A80E-F0AAD15E98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40904E-CC7F-40D1-BC62-6A170B3FC97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290484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535248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45720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290484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535248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86244C8-0250-4B1E-9EBD-E92B36F163F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02C2639-7FF7-4C19-B92A-59C28C0F97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683F5FE-E2BB-4843-B1AE-B39F28D168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DE988AE-6A65-4954-9A7B-FE51664FC7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C7DA5D4-2D37-477A-8E1F-658C0C657A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23AFBD7-F461-40FF-8119-5DF78D6F1B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57200" y="320040"/>
            <a:ext cx="723852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5372AEB-6ED1-49D0-A496-7B3D03D35C1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5772A6F-E57C-4570-B67F-E50E8ACCA8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484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400DB89-C414-43AD-988E-215DE24275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FCE9D9E-B53D-4364-904B-37A7054CA2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57200" y="4140720"/>
            <a:ext cx="72385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275F97B-C99B-4139-81E3-798D09F95B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166640" y="160956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5720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166640" y="4140720"/>
            <a:ext cx="353232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B9FA3EB-C9C9-4554-891E-021D2D4BB87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290484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5352480" y="160956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720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290484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5352480" y="4140720"/>
            <a:ext cx="2330640" cy="231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0921413-28AA-4F89-B371-AF524B77AD2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1a1a1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8" hidden="1"/>
          <p:cNvSpPr/>
          <p:nvPr/>
        </p:nvSpPr>
        <p:spPr>
          <a:xfrm flipH="1">
            <a:off x="8152560" y="0"/>
            <a:ext cx="990360" cy="6857640"/>
          </a:xfrm>
          <a:prstGeom prst="rect">
            <a:avLst/>
          </a:prstGeom>
          <a:blipFill rotWithShape="0">
            <a:blip r:embed="rId2">
              <a:alphaModFix amt="43000"/>
            </a:blip>
            <a:srcRect/>
            <a:tile/>
          </a:blipFill>
          <a:ln w="0">
            <a:noFill/>
          </a:ln>
          <a:effectLst>
            <a:innerShdw blurRad="63500" dir="10800000" dist="44450">
              <a:srgbClr val="000000">
                <a:alpha val="45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" name="Rectangle 7"/>
          <p:cNvSpPr/>
          <p:nvPr/>
        </p:nvSpPr>
        <p:spPr>
          <a:xfrm flipH="1">
            <a:off x="2666160" y="0"/>
            <a:ext cx="6476760" cy="6857640"/>
          </a:xfrm>
          <a:prstGeom prst="rect">
            <a:avLst/>
          </a:prstGeom>
          <a:blipFill rotWithShape="0">
            <a:blip r:embed="rId3">
              <a:alphaModFix amt="43000"/>
            </a:blip>
            <a:srcRect/>
            <a:tile/>
          </a:blipFill>
          <a:ln w="0">
            <a:noFill/>
          </a:ln>
          <a:effectLst>
            <a:innerShdw blurRad="63500" dir="10800000" dist="44450">
              <a:srgbClr val="000000">
                <a:alpha val="5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" name="Straight Connector 8"/>
          <p:cNvSpPr/>
          <p:nvPr/>
        </p:nvSpPr>
        <p:spPr>
          <a:xfrm flipV="1">
            <a:off x="2666880" y="0"/>
            <a:ext cx="360" cy="6858000"/>
          </a:xfrm>
          <a:prstGeom prst="line">
            <a:avLst/>
          </a:prstGeom>
          <a:ln w="11430">
            <a:solidFill>
              <a:srgbClr val="ffffff">
                <a:shade val="9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366720" y="533520"/>
            <a:ext cx="5105160" cy="28677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4200" spc="-1" strike="noStrike" cap="all">
                <a:latin typeface="Trebuchet MS"/>
              </a:rPr>
              <a:t>Click to edit Master title style</a:t>
            </a:r>
            <a:endParaRPr b="0" lang="en-US" sz="42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5871240" y="6558120"/>
            <a:ext cx="2001960" cy="22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>
              <a:lnSpc>
                <a:spcPct val="100000"/>
              </a:lnSpc>
              <a:buNone/>
              <a:defRPr b="0" lang="en-US" sz="1000" spc="-1" strike="noStrike">
                <a:solidFill>
                  <a:srgbClr val="ffffff"/>
                </a:solidFill>
                <a:latin typeface="Trebuchet M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Trebuchet MS"/>
              </a:rPr>
              <a:t>&lt;date/time&gt;</a:t>
            </a:r>
            <a:endParaRPr b="0" lang="en-HK" sz="1000" spc="-1" strike="noStrike"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2819520" y="6558120"/>
            <a:ext cx="2927520" cy="22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 algn="ct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7880760" y="6556320"/>
            <a:ext cx="587880" cy="22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100" spc="-1" strike="noStrike">
                <a:solidFill>
                  <a:srgbClr val="ffffff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1D4343-C2A5-4EF6-91F8-4E0E8D57D878}" type="slidenum">
              <a:rPr b="0" lang="en-US" sz="1100" spc="-1" strike="noStrike">
                <a:solidFill>
                  <a:srgbClr val="ffffff"/>
                </a:solidFill>
                <a:latin typeface="Trebuchet MS"/>
              </a:rPr>
              <a:t>&lt;number&gt;</a:t>
            </a:fld>
            <a:endParaRPr b="0" lang="en-HK" sz="1100" spc="-1" strike="noStrike"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Click to edit the outline text format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6f6f6f"/>
                </a:solidFill>
                <a:latin typeface="Trebuchet MS"/>
              </a:rPr>
              <a:t>Third Outline Level</a:t>
            </a:r>
            <a:endParaRPr b="0" lang="en-US" sz="2000" spc="-1" strike="noStrike">
              <a:solidFill>
                <a:srgbClr val="6f6f6f"/>
              </a:solidFill>
              <a:latin typeface="Trebuchet M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Trebuchet MS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8"/>
          <p:cNvSpPr/>
          <p:nvPr/>
        </p:nvSpPr>
        <p:spPr>
          <a:xfrm flipH="1">
            <a:off x="8152560" y="0"/>
            <a:ext cx="990360" cy="6857640"/>
          </a:xfrm>
          <a:prstGeom prst="rect">
            <a:avLst/>
          </a:prstGeom>
          <a:blipFill rotWithShape="0">
            <a:blip r:embed="rId2">
              <a:alphaModFix amt="43000"/>
            </a:blip>
            <a:srcRect/>
            <a:tile/>
          </a:blipFill>
          <a:ln w="0">
            <a:noFill/>
          </a:ln>
          <a:effectLst>
            <a:innerShdw blurRad="63500" dir="10800000" dist="44450">
              <a:srgbClr val="000000">
                <a:alpha val="45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Click to edit Master title style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Click to edit Master text styles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lvl="1" marL="521280" indent="-228600">
              <a:lnSpc>
                <a:spcPct val="100000"/>
              </a:lnSpc>
              <a:spcBef>
                <a:spcPts val="499"/>
              </a:spcBef>
              <a:buClr>
                <a:srgbClr val="f9b639"/>
              </a:buClr>
              <a:buSzPct val="80000"/>
              <a:buFont typeface="Wingdings 2" charset="2"/>
              <a:buChar char=""/>
            </a:pPr>
            <a:r>
              <a:rPr b="0" lang="en-US" sz="2300" spc="-1" strike="noStrike">
                <a:solidFill>
                  <a:srgbClr val="6f6f6f"/>
                </a:solidFill>
                <a:latin typeface="Trebuchet MS"/>
              </a:rPr>
              <a:t>Second level</a:t>
            </a:r>
            <a:endParaRPr b="0" lang="en-US" sz="2300" spc="-1" strike="noStrike">
              <a:solidFill>
                <a:srgbClr val="000000"/>
              </a:solidFill>
              <a:latin typeface="Trebuchet MS"/>
            </a:endParaRPr>
          </a:p>
          <a:p>
            <a:pPr lvl="2" marL="758880" indent="-228600">
              <a:lnSpc>
                <a:spcPct val="100000"/>
              </a:lnSpc>
              <a:spcBef>
                <a:spcPts val="400"/>
              </a:spcBef>
              <a:buClr>
                <a:srgbClr val="f9b639"/>
              </a:buClr>
              <a:buSzPct val="60000"/>
              <a:buFont typeface="Wingdings" charset="2"/>
              <a:buChar char=""/>
            </a:pPr>
            <a:r>
              <a:rPr b="0" lang="en-US" sz="2000" spc="-1" strike="noStrike">
                <a:solidFill>
                  <a:srgbClr val="000000"/>
                </a:solidFill>
                <a:latin typeface="Trebuchet MS"/>
              </a:rPr>
              <a:t>Third level</a:t>
            </a:r>
            <a:endParaRPr b="0" lang="en-US" sz="2000" spc="-1" strike="noStrike">
              <a:solidFill>
                <a:srgbClr val="6f6f6f"/>
              </a:solidFill>
              <a:latin typeface="Trebuchet MS"/>
            </a:endParaRPr>
          </a:p>
          <a:p>
            <a:pPr lvl="3" marL="1005840" indent="-228600">
              <a:lnSpc>
                <a:spcPct val="100000"/>
              </a:lnSpc>
              <a:spcBef>
                <a:spcPts val="400"/>
              </a:spcBef>
              <a:buClr>
                <a:srgbClr val="f9b639"/>
              </a:buClr>
              <a:buSzPct val="80000"/>
              <a:buFont typeface="Wingdings 2" charset="2"/>
              <a:buChar char=""/>
            </a:pPr>
            <a:r>
              <a:rPr b="0" lang="en-US" sz="2000" spc="-1" strike="noStrike">
                <a:solidFill>
                  <a:srgbClr val="6f6f6f"/>
                </a:solidFill>
                <a:latin typeface="Trebuchet MS"/>
              </a:rPr>
              <a:t>Fourth level</a:t>
            </a:r>
            <a:endParaRPr b="0" lang="en-US" sz="2000" spc="-1" strike="noStrike">
              <a:solidFill>
                <a:srgbClr val="000000"/>
              </a:solidFill>
              <a:latin typeface="Trebuchet MS"/>
            </a:endParaRPr>
          </a:p>
          <a:p>
            <a:pPr lvl="4" marL="1280160" indent="-228600">
              <a:lnSpc>
                <a:spcPct val="100000"/>
              </a:lnSpc>
              <a:spcBef>
                <a:spcPts val="400"/>
              </a:spcBef>
              <a:buClr>
                <a:srgbClr val="f9b639"/>
              </a:buClr>
              <a:buSzPct val="70000"/>
              <a:buFont typeface="Wingdings" charset="2"/>
              <a:buChar char=""/>
            </a:pPr>
            <a:r>
              <a:rPr b="0" lang="en-US" sz="1800" spc="-1" strike="noStrike">
                <a:solidFill>
                  <a:srgbClr val="000000"/>
                </a:solidFill>
                <a:latin typeface="Trebuchet MS"/>
              </a:rPr>
              <a:t>Fifth level</a:t>
            </a: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4"/>
          </p:nvPr>
        </p:nvSpPr>
        <p:spPr>
          <a:xfrm>
            <a:off x="4245840" y="6558120"/>
            <a:ext cx="2001960" cy="22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>
              <a:lnSpc>
                <a:spcPct val="100000"/>
              </a:lnSpc>
              <a:buNone/>
              <a:defRPr b="0" lang="en-US" sz="1000" spc="-1" strike="noStrike">
                <a:solidFill>
                  <a:srgbClr val="b13f9a"/>
                </a:solidFill>
                <a:latin typeface="Trebuchet M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b13f9a"/>
                </a:solidFill>
                <a:latin typeface="Trebuchet MS"/>
              </a:rPr>
              <a:t>&lt;date/time&gt;</a:t>
            </a:r>
            <a:endParaRPr b="0" lang="en-HK" sz="1000" spc="-1" strike="noStrike"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5"/>
          </p:nvPr>
        </p:nvSpPr>
        <p:spPr>
          <a:xfrm>
            <a:off x="457200" y="6558120"/>
            <a:ext cx="3657240" cy="22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0" anchor="b">
            <a:noAutofit/>
          </a:bodyPr>
          <a:lstStyle>
            <a:lvl1pPr algn="ct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6"/>
          </p:nvPr>
        </p:nvSpPr>
        <p:spPr>
          <a:xfrm>
            <a:off x="6251400" y="6556320"/>
            <a:ext cx="587880" cy="22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100" spc="-1" strike="noStrike">
                <a:solidFill>
                  <a:srgbClr val="b13f9a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41193A-D783-4676-9A3A-08ED2B432266}" type="slidenum">
              <a:rPr b="0" lang="en-US" sz="1100" spc="-1" strike="noStrike">
                <a:solidFill>
                  <a:srgbClr val="b13f9a"/>
                </a:solidFill>
                <a:latin typeface="Trebuchet MS"/>
              </a:rPr>
              <a:t>&lt;number&gt;</a:t>
            </a:fld>
            <a:endParaRPr b="0" lang="en-HK" sz="11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audio" Target="file:///home/user/Desktop/Baseball.mp3" TargetMode="External"/><Relationship Id="rId2" Type="http://schemas.microsoft.com/office/2007/relationships/media" Target="file:///home/user/Desktop/Baseball.mp3" TargetMode="External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3366720" y="533520"/>
            <a:ext cx="5105160" cy="28677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4200" spc="-1" strike="noStrike" cap="all">
                <a:latin typeface="Trebuchet MS"/>
              </a:rPr>
              <a:t>Baseball</a:t>
            </a:r>
            <a:endParaRPr b="0" lang="en-US" sz="42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ubTitle"/>
          </p:nvPr>
        </p:nvSpPr>
        <p:spPr>
          <a:xfrm>
            <a:off x="685800" y="3429000"/>
            <a:ext cx="7314840" cy="23619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t">
            <a:normAutofit/>
          </a:bodyPr>
          <a:p>
            <a:pPr algn="r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Trebuchet MS"/>
              </a:rPr>
              <a:t>By Madelyn</a:t>
            </a:r>
            <a:endParaRPr b="0" lang="en-HK" sz="2200" spc="-1" strike="noStrike">
              <a:latin typeface="Arial"/>
            </a:endParaRPr>
          </a:p>
          <a:p>
            <a:pPr algn="r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Trebuchet MS"/>
              </a:rPr>
              <a:t> </a:t>
            </a:r>
            <a:r>
              <a:rPr b="0" lang="en-US" sz="2200" spc="-1" strike="noStrike">
                <a:solidFill>
                  <a:srgbClr val="ffffff"/>
                </a:solidFill>
                <a:latin typeface="Trebuchet MS"/>
              </a:rPr>
              <a:t>and Mia</a:t>
            </a:r>
            <a:endParaRPr b="0" lang="en-HK" sz="2200" spc="-1" strike="noStrike">
              <a:latin typeface="Arial"/>
            </a:endParaRPr>
          </a:p>
        </p:txBody>
      </p:sp>
      <p:pic>
        <p:nvPicPr>
          <p:cNvPr id="88" name="" descr="">
            <a:hlinkClick r:id="" action="ppaction://media"/>
          </p:cNvPr>
          <p:cNvPicPr/>
          <p:nvPr>
            <a:audioFile r:link="rId1"/>
            <p:extLst>
              <p:ext uri="{DAA4B4D4-6D71-4841-9C94-3DE7FCFB9230}">
                <p14:media r:link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711240" y="2544840"/>
            <a:ext cx="1799640" cy="179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371600" y="380880"/>
            <a:ext cx="6400440" cy="8377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Table of contents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905120"/>
            <a:ext cx="7467120" cy="182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5000"/>
          </a:bodyPr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History of baseball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1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2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baseball players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3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Mascots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	</a:t>
            </a: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Page 4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History of baseball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7467120" cy="297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0000"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Baseball has been around for hundreds of years.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It started as an English game called “rounder's”.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Americans played a similar game called “town ball”.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In 1845, Alexander Cartwright and Daniel “Doc” Adams , leaders of Knickerbocker Baseball club developed the first set of rules for the game.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In the 1900s the rules had evolved to be close to the rules of today to consider it the “birth” of baseball.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Babe Ruth  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Without question George Herman “Babe” Ruth is the most famous and important baseball player in history.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He died from throat cancer at the age of 53.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In 22 seasons he scored 714  home runs.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His best season was in 1927 when he hit 60 home runs. This was a record for 34 years.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 fontScale="98000"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 </a:t>
            </a:r>
            <a:r>
              <a:rPr b="1" lang="en-US" sz="3800" spc="-1" strike="noStrike" cap="all">
                <a:latin typeface="Trebuchet MS"/>
              </a:rPr>
              <a:t>Who’s the best baseball player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956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 because he hit 60 home runs.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 is a good baseball player because he led the Boston Red Sox’s to there fifth world series title, winning game land 4 against the Chicago Cubs.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447920" y="380880"/>
            <a:ext cx="640044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 fontScale="68000"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Did you know every baseball team has a mascot?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2133720"/>
            <a:ext cx="7467120" cy="281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5000"/>
          </a:bodyPr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top 10 mascots are: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Mr. Met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Phillies Phantie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Bernie Brewer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Billy the Marlin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Wally the Green Monster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Mariner Moose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Saint Diego Chicken Stomper/Lou seal/the Oriole Bird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85840" indent="-28584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The Mascots represent the team and entertain the audience. 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buNone/>
            </a:pP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533520"/>
            <a:ext cx="7238520" cy="11275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rmAutofit fontScale="97000"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Glossary</a:t>
            </a:r>
            <a:br>
              <a:rPr sz="3800"/>
            </a:b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0" y="1600200"/>
            <a:ext cx="7238520" cy="484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Evolved- to develop 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Mascot- a person, an animal, or a thing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Record- the best that has yet been done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Seasons- a period of time 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Wingdings 2" charset="2"/>
              <a:buChar char="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World Series – annual championship series between North American-based Major League Baseball (MLB), played since 1903 between the American League (AL).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buNone/>
            </a:pP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8520" cy="1142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800" spc="-1" strike="noStrike" cap="all">
                <a:latin typeface="Trebuchet MS"/>
              </a:rPr>
              <a:t>index</a:t>
            </a:r>
            <a:endParaRPr b="0" lang="en-US" sz="3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7467120" cy="228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79000"/>
          </a:bodyPr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Table of contents                                           page 1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History of baseball                                         page 2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Babe Ruth                                                      page 3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Who’s the best baseball player                       page 4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 marL="274320" indent="-274320">
              <a:lnSpc>
                <a:spcPct val="100000"/>
              </a:lnSpc>
              <a:spcBef>
                <a:spcPts val="601"/>
              </a:spcBef>
              <a:buClr>
                <a:srgbClr val="b13f9a"/>
              </a:buClr>
              <a:buSzPct val="73000"/>
              <a:buFont typeface="Arial"/>
              <a:buChar char="•"/>
            </a:pPr>
            <a:r>
              <a:rPr b="0" lang="en-US" sz="2600" spc="-1" strike="noStrike">
                <a:solidFill>
                  <a:srgbClr val="000000"/>
                </a:solidFill>
                <a:latin typeface="Trebuchet MS"/>
              </a:rPr>
              <a:t>Did you know every team has a Mascot           page 5</a:t>
            </a: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buNone/>
            </a:pPr>
            <a:endParaRPr b="0" lang="en-US" sz="2600" spc="-1" strike="noStrike">
              <a:solidFill>
                <a:srgbClr val="00000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4400">
        <p14:honeycomb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Opulent</Template>
  <TotalTime>129</TotalTime>
  <Application>LibreOffice/7.3.7.2$Linux_X86_64 LibreOffice_project/30$Build-2</Application>
  <AppVersion>15.0000</AppVersion>
  <Words>337</Words>
  <Paragraphs>44</Paragraphs>
  <Company>McLean County Unit District No. 5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2015-02-09T17:10:37Z</dcterms:created>
  <dc:creator>Student, Benjamin</dc:creator>
  <dc:description/>
  <dc:language>en-HK</dc:language>
  <cp:lastModifiedBy/>
  <dcterms:modified xsi:type="dcterms:W3CDTF">2025-11-19T18:25:49Z</dcterms:modified>
  <cp:revision>22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8</vt:i4>
  </property>
</Properties>
</file>