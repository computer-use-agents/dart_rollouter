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B012D7-EF32-4C1A-A93D-84193E6AB9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C966F2-98CC-451C-8FE6-AE544F7265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333993-22C3-4229-A738-160EF6326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AB5E7E-EFED-4298-A140-36087E5B19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2DDD90-804D-4C9E-AF8A-42723D1DC2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CDA539-B74F-43AB-8C86-4F083E8665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8835A9-155F-4953-B7DF-C0BD583FA2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881022-7B2B-4D3D-A582-96F5F8C34D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06F529-6D9B-4989-9D90-EBA2226701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0BE891-76EB-4400-BAF0-AF92EE9EDB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67EBCE-B93D-40FA-BF05-DCD28BAE73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064A92-27B5-48F4-96B5-D6DE7A318F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919783-3C5F-4FFC-A8CA-D5786DA6434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HK" sz="20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5041440" y="180144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2025-11-19T15:39:55Z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