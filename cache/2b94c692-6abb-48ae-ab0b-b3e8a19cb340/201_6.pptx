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005B741-0D6F-4B62-A3DB-4A8DFAEA529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C0DD5A-9142-44D1-83CF-094D7F341E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770538D-E413-44B4-BA88-3DECC29A274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EC6A514-E8B2-451E-9781-05869131F90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8C8751-2183-4F15-93B0-A07164327D3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1DE5999-EC1B-4C91-BB65-25F96F86EA6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4CB6BDF-287A-43A8-A987-789DB095BC6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4B8173-2800-4AC2-94CE-946B1BD93FE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93B08E-BAEA-48E1-A9A0-F7D6096272B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53DA633-C1B6-4D8E-9537-ACE3661A70D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8A0F36B-C795-4AF3-85F5-2BCCFE0C8BC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7AE92A4-F798-402E-A128-41EDFAF1592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HK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HK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9223E13-74F8-4C75-97A4-625FF75F0D8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8000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160" cy="1141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000000"/>
                </a:solidFill>
                <a:latin typeface="Calibri"/>
              </a:rPr>
              <a:t>NFC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160" cy="452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64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rgbClr val="006400"/>
                </a:solidFill>
                <a:latin typeface="Calibri"/>
              </a:rPr>
              <a:t>NFC (Near Field Communication) enables seamless wireless communication between devices in close proximity.</a:t>
            </a:r>
            <a:endParaRPr b="0" lang="en-HK" sz="2000" spc="-1" strike="noStrike">
              <a:latin typeface="Arial"/>
            </a:endParaRPr>
          </a:p>
        </p:txBody>
      </p:sp>
      <p:pic>
        <p:nvPicPr>
          <p:cNvPr id="45" name="Picture 3" descr="none.png"/>
          <p:cNvPicPr/>
          <p:nvPr/>
        </p:nvPicPr>
        <p:blipFill>
          <a:blip r:embed="rId1"/>
          <a:stretch/>
        </p:blipFill>
        <p:spPr>
          <a:xfrm>
            <a:off x="5040000" y="1801440"/>
            <a:ext cx="2158560" cy="2158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en-HK</dc:language>
  <cp:lastModifiedBy/>
  <dcterms:modified xsi:type="dcterms:W3CDTF">2025-11-17T21:08:41Z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