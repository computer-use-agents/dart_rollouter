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7042FE-9B34-47E1-9FFA-375A7DEB6C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5F60C0-0013-4DAC-9873-F33BE77E08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2FB41C-5C9B-41C4-B0AF-3D21C16093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787913-2493-4286-886F-19B37E4905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113271-0A53-4B3C-9127-7062F653E1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4DA32B-B42B-4432-8FE0-ED182471E5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0F99D2-C85D-4AC6-841A-4E2F515F04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09A356-C688-4A95-8A50-B362FC59EA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A3984C-4E20-4669-B144-EEC878F6AB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CC9157-D3B1-40FF-AE76-B7F95C6B5F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71B426-AD00-47E3-902A-CBE8DD3DBC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8FE9EF-4BC7-4731-8689-58E9152888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853893-DB1A-40D2-B9BC-9F01E7FC0DC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4680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Product Comparison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628560" y="1825560"/>
          <a:ext cx="7886160" cy="235368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Smartphone (Apple iPhone 13)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Laptop (Dell XPS 13)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Smartwatch (Apple Watch Series 7)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Headphones (Sony WH-1000XM4)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Camera (Canon EOS R5)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Television (Samsung QLED Q90T)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Gaming Console (PlayStation 5)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Fitness Tracker (Fitbit Charge 4)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Wireless Earbuds (AirPods Pro)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Tablet (iPad Pro)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2025-11-17T12:40:55Z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