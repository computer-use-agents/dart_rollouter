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4B5A57-5FEE-43C6-8C23-940A9B4061D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67D07D-3C3E-4B23-BDC1-994020E4A4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E88F43-1EEE-4F35-9935-D4FF6A91845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73EA4F-474B-4DBA-8EE1-C727F52232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9871F9-FC22-4BE5-9E47-68325A8A677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6C8707-4B6E-4F3B-AB4F-13CA4D6925A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BCECF3-ED03-4E95-9CF5-C0965C91B7A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C8DBB3-E95E-4EEA-B030-D98678A741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7B738A-C0BD-4480-BD03-DC2B1E4892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27C898-7925-45E5-9C49-4E2A0FA4E1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023DE2-6872-4746-ABC4-DB91AB516BD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74DF98-8325-497F-951A-24A988FF604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 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B31A66D-1097-41F1-B9F5-0B401019F66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2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 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  <p:graphicFrame>
        <p:nvGraphicFramePr>
          <p:cNvPr id="45" name="Table 3"/>
          <p:cNvGraphicFramePr/>
          <p:nvPr/>
        </p:nvGraphicFramePr>
        <p:xfrm>
          <a:off x="628560" y="1825560"/>
          <a:ext cx="7886160" cy="2353680"/>
        </p:xfrm>
        <a:graphic>
          <a:graphicData uri="http://schemas.openxmlformats.org/drawingml/2006/table">
            <a:tbl>
              <a:tblPr/>
              <a:tblGrid>
                <a:gridCol w="3943080"/>
                <a:gridCol w="3943440"/>
              </a:tblGrid>
              <a:tr h="3697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Smartphone (Apple iPhone 13)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Laptop (Dell XPS 13)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</a:tr>
              <a:tr h="62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Smartwatch (Apple Watch Series 7)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Headphones (Sony WH-1000XM4)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</a:tr>
              <a:tr h="622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Camera (Canon EOS R5)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Television (Samsung QLED Q90T)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</a:tr>
              <a:tr h="3697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Gaming Console (PlayStation 5)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Fitness Tracker (Fitbit Charge 4)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</a:tr>
              <a:tr h="3697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Wireless Earbuds (AirPods Pro)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Tablet (iPad Pro)</a:t>
                      </a:r>
                      <a:endParaRPr b="0" lang="en-HK" sz="18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  <p:sp>
        <p:nvSpPr>
          <p:cNvPr id="46" name=""/>
          <p:cNvSpPr txBox="1"/>
          <p:nvPr/>
        </p:nvSpPr>
        <p:spPr>
          <a:xfrm>
            <a:off x="1658880" y="3059280"/>
            <a:ext cx="5836320" cy="743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Product Comparison</a:t>
            </a:r>
            <a:endParaRPr b="0" lang="en-HK" sz="4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2025-11-19T01:03:26Z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