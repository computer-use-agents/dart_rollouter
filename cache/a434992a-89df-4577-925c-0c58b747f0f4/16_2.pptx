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B2CA99-6D97-468F-937F-8D329F9DAD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AABA9C-FFE1-4205-8A93-EC3E92B114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766DB7-8942-4A0B-8F5D-332125BDFA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50F934-7AA0-4408-8D1B-2ED1ABD4E0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CDB8FC-CA69-4D2A-9871-CCC67BE3E6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BA378B-6BAD-4C8D-9447-C69F8D9184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164F57-7D46-4499-9A42-821E562FF2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C945CB-380A-47B3-B2DB-FD5202DADD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6E57E8-66DD-445D-9CAC-BA3F9E82C2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F45B0F-51F4-44C2-9A16-279E633D00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358B1C-EC19-4783-8020-AB6A2EBB0CA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0B4B9E-488F-4FBC-B42C-CE8480BB5A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2BE29FC-6597-4B52-8A87-8326DFD2CB2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Neural Network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200" spc="-1" strike="noStrike">
                <a:solidFill>
                  <a:srgbClr val="ff8000"/>
                </a:solidFill>
                <a:latin typeface="Calibri"/>
              </a:rPr>
              <a:t>Neural networks are a set of algorithms that mimic the function of a human brain. They are designed to recognize patterns, classify data, and make predictions.</a:t>
            </a:r>
            <a:endParaRPr b="0" lang="en-HK" sz="1200" spc="-1" strike="noStrike">
              <a:solidFill>
                <a:srgbClr val="ff8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2025-11-17T18:59:07Z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