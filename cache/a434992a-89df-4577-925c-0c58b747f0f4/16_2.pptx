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FD6D5C-B2C9-421C-AB18-2CDF04A3E1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B34923-D3B1-4069-B3CB-8615C1CF18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AE2BDB-616A-45E3-AFE8-7E7BD76DBF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611A14-8C66-41CB-A14A-232847DE83A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5B634A-5BC5-41A1-A366-69107CF50D1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1FCC19D-306D-4DF0-90D2-C464D6042C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A9B692-4511-4CBE-9474-8A50872A6B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401DA2-EA91-478E-B525-B167447D9B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D49C2B-3ED5-4654-AC7C-F2B0F5E570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C5A8C8-49E4-4A53-9DC0-67F405A5BC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540D01-2C77-4956-9D0C-0F8D16EA7E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EB7A1E-604D-4CC7-9D37-ACBA2E9B6EE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49C9BE0-956F-478F-A4DF-7E85EF13F2E6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Neural Network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ff8000"/>
                </a:solidFill>
                <a:latin typeface="Calibri"/>
              </a:rPr>
              <a:t>Neural networks are a set of algorithms that mimic the function of a human brain. </a:t>
            </a:r>
            <a:r>
              <a:rPr b="0" lang="en-US" sz="1200" spc="-1" strike="noStrike">
                <a:solidFill>
                  <a:srgbClr val="ff8000"/>
                </a:solidFill>
                <a:latin typeface="Calibri"/>
              </a:rPr>
              <a:t>They</a:t>
            </a:r>
            <a:r>
              <a:rPr b="0" lang="en-US" sz="3200" spc="-1" strike="noStrike">
                <a:solidFill>
                  <a:srgbClr val="ff8000"/>
                </a:solidFill>
                <a:latin typeface="Calibri"/>
              </a:rPr>
              <a:t> are designed to recognize patterns, classify data, and make predictions.</a:t>
            </a:r>
            <a:endParaRPr b="0" lang="en-HK" sz="3200" spc="-1" strike="noStrike">
              <a:solidFill>
                <a:srgbClr val="ff8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2025-11-19T15:49:19Z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