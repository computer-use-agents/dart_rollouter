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624AC6-DF20-4201-BDB1-DC7A9E6265E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45AA05-6AA4-4480-A035-5D8B0885E3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BFFD50-CC84-44E2-9F37-1BB97A55B79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E46101-8632-4380-BC6E-8C0CF05FFE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0CF7DB1-1000-455C-99D8-1F336726F62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E3B97E-D9F4-4800-9278-325CB7D080F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603E34-E93F-45C6-BB1D-BCEE7444AC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2230F0-4C6F-4C93-BDEF-52BFC2CD81C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1BEA20-5FA9-4A9E-AB8B-22E95580B2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27CD5C-C8D7-4330-BF23-E8CF4651CA8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753493-29AC-4B8C-840D-42D3E8DA938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814821-997F-459F-8E52-D7B24C8B56E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B6B35F3-F2FE-4C43-9622-1B521AFCCC7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4400" spc="-1" strike="noStrike" u="sng">
                <a:solidFill>
                  <a:srgbClr val="00008b"/>
                </a:solidFill>
                <a:uFillTx/>
                <a:latin typeface="Calibri"/>
              </a:rPr>
              <a:t>Weekday in school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forestall means to buy up (goods) in advance in order to increase the price when resold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43" name="Right Arrow 3"/>
          <p:cNvSpPr/>
          <p:nvPr/>
        </p:nvSpPr>
        <p:spPr>
          <a:xfrm>
            <a:off x="4122000" y="2979000"/>
            <a:ext cx="899280" cy="89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ff00"/>
          </a:solidFill>
          <a:ln>
            <a:solidFill>
              <a:srgbClr val="4a7eb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4" name="Picture 4" descr="none.png"/>
          <p:cNvPicPr/>
          <p:nvPr/>
        </p:nvPicPr>
        <p:blipFill>
          <a:blip r:embed="rId1"/>
          <a:stretch/>
        </p:blipFill>
        <p:spPr>
          <a:xfrm>
            <a:off x="628560" y="1825560"/>
            <a:ext cx="899280" cy="899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8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0" lang="en-HK" sz="1800" spc="-1" strike="noStrike">
                <a:latin typeface="Arial"/>
              </a:rPr>
              <a:t>Note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2025-11-17T20:05:43Z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