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media/image1.png" ContentType="image/png"/>
  <Override PartName="/ppt/presProps.xml" ContentType="application/vnd.openxmlformats-officedocument.presentationml.presProps+xml"/>
  <Override PartName="/ppt/slides/slide1.xml" ContentType="application/vnd.openxmlformats-officedocument.presentationml.slide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</p:sldIdLst>
  <p:sldSz cx="9144000" cy="6858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FC8C7ECF-7566-4C4D-9D6B-876A588A6816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7AB5F547-ECEB-4DD5-9ED7-6AD9CE00AFD0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5ECF20A7-A74F-4C74-94D6-27265BE07C48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1A8CA6D-064C-4414-9872-BB5A0F9185E4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79C9D5F1-C183-4B8F-9A1B-37ABCCA4F552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32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09DE09E1-E8B3-4751-98E4-43AE540134C2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AB22289D-7D49-496A-831D-668790650744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22576CA-A7D7-4C2D-8CCF-922A3D5E8851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1F2B40D-7E4A-4D81-B8DB-BE5E4CCE7E31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761C22F3-B652-40E4-9976-113C67B0F8B5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EF609DAB-992C-4666-8480-945890CEFC33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A349825A-C392-4BBA-A65D-7827A056A189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ftr" idx="1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algn="ctr">
              <a:lnSpc>
                <a:spcPct val="100000"/>
              </a:lnSpc>
              <a:buNone/>
              <a:defRPr b="0" lang="en-HK" sz="1400" spc="-1" strike="noStrike">
                <a:latin typeface="Times New Roman"/>
              </a:defRPr>
            </a:lvl1pPr>
          </a:lstStyle>
          <a:p>
            <a:pPr algn="ctr">
              <a:lnSpc>
                <a:spcPct val="100000"/>
              </a:lnSpc>
              <a:buNone/>
            </a:pPr>
            <a:r>
              <a:rPr b="0" lang="en-HK" sz="1400" spc="-1" strike="noStrike">
                <a:latin typeface="Times New Roman"/>
              </a:rPr>
              <a:t>&lt;footer&gt;</a:t>
            </a:r>
            <a:endParaRPr b="0" lang="en-HK" sz="1400" spc="-1" strike="noStrike"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2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E1F53155-45A3-4175-A8E2-9E0567D9E76E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3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>
              <a:defRPr b="0" lang="en-HK" sz="1400" spc="-1" strike="noStrike">
                <a:latin typeface="Times New Roman"/>
              </a:defRPr>
            </a:lvl1pPr>
          </a:lstStyle>
          <a:p>
            <a:r>
              <a:rPr b="0" lang="en-HK" sz="1400" spc="-1" strike="noStrike">
                <a:latin typeface="Times New Roman"/>
              </a:rPr>
              <a:t>&lt;date/time&gt;</a:t>
            </a:r>
            <a:endParaRPr b="0" lang="en-HK" sz="1400" spc="-1" strike="noStrike"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en-HK" sz="4400" spc="-1" strike="noStrike">
                <a:latin typeface="Arial"/>
              </a:rPr>
              <a:t>Click to edit the title text format</a:t>
            </a:r>
            <a:endParaRPr b="0" lang="en-HK" sz="4400" spc="-1" strike="noStrike"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3200" spc="-1" strike="noStrike">
                <a:latin typeface="Arial"/>
              </a:rPr>
              <a:t>Click to edit the outline text format</a:t>
            </a:r>
            <a:endParaRPr b="0" lang="en-HK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HK" sz="2800" spc="-1" strike="noStrike">
                <a:latin typeface="Arial"/>
              </a:rPr>
              <a:t>Second Outline Level</a:t>
            </a:r>
            <a:endParaRPr b="0" lang="en-HK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400" spc="-1" strike="noStrike">
                <a:latin typeface="Arial"/>
              </a:rPr>
              <a:t>Third Outline Level</a:t>
            </a:r>
            <a:endParaRPr b="0" lang="en-HK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HK" sz="2000" spc="-1" strike="noStrike">
                <a:latin typeface="Arial"/>
              </a:rPr>
              <a:t>Fourth Outline Level</a:t>
            </a:r>
            <a:endParaRPr b="0" lang="en-HK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000" spc="-1" strike="noStrike">
                <a:latin typeface="Arial"/>
              </a:rPr>
              <a:t>Fifth Outline Level</a:t>
            </a:r>
            <a:endParaRPr b="0" lang="en-HK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000" spc="-1" strike="noStrike">
                <a:latin typeface="Arial"/>
              </a:rPr>
              <a:t>Sixth Outline Level</a:t>
            </a:r>
            <a:endParaRPr b="0" lang="en-HK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000" spc="-1" strike="noStrike">
                <a:latin typeface="Arial"/>
              </a:rPr>
              <a:t>Seventh Outline Level</a:t>
            </a:r>
            <a:endParaRPr b="0" lang="en-HK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880" cy="1142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0" i="1" lang="en-US" sz="4400" spc="-1" strike="noStrike" u="sng">
                <a:solidFill>
                  <a:srgbClr val="00008b"/>
                </a:solidFill>
                <a:uFillTx/>
                <a:latin typeface="Calibri"/>
              </a:rPr>
              <a:t>Weekday in school</a:t>
            </a:r>
            <a:endParaRPr b="0" lang="en-HK" sz="4400" spc="-1" strike="noStrike">
              <a:latin typeface="Arial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8228880" cy="4525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343080" indent="-34308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rgbClr val="000000"/>
                </a:solidFill>
                <a:latin typeface="Calibri"/>
              </a:rPr>
              <a:t>forestall means to buy up (goods) in advance in order to increase the price when resold</a:t>
            </a:r>
            <a:endParaRPr b="0" lang="en-HK" sz="3200" spc="-1" strike="noStrike">
              <a:latin typeface="Arial"/>
            </a:endParaRPr>
          </a:p>
        </p:txBody>
      </p:sp>
      <p:sp>
        <p:nvSpPr>
          <p:cNvPr id="43" name="Right Arrow 3"/>
          <p:cNvSpPr/>
          <p:nvPr/>
        </p:nvSpPr>
        <p:spPr>
          <a:xfrm>
            <a:off x="4122000" y="2979000"/>
            <a:ext cx="899280" cy="89928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ffff00"/>
          </a:solidFill>
          <a:ln>
            <a:solidFill>
              <a:srgbClr val="4a7eb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pic>
        <p:nvPicPr>
          <p:cNvPr id="44" name="Picture 4" descr="none.png"/>
          <p:cNvPicPr/>
          <p:nvPr/>
        </p:nvPicPr>
        <p:blipFill>
          <a:blip r:embed="rId1"/>
          <a:stretch/>
        </p:blipFill>
        <p:spPr>
          <a:xfrm>
            <a:off x="628560" y="1825560"/>
            <a:ext cx="899280" cy="8992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8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880" cy="1142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p>
            <a:pPr algn="r">
              <a:lnSpc>
                <a:spcPct val="100000"/>
              </a:lnSpc>
              <a:buNone/>
            </a:pPr>
            <a:r>
              <a:rPr b="0" lang="en-HK" sz="1800" spc="-1" strike="noStrike">
                <a:latin typeface="Arial"/>
              </a:rPr>
              <a:t>Note</a:t>
            </a:r>
            <a:endParaRPr b="0" lang="en-HK" sz="1800" spc="-1" strike="noStrike">
              <a:latin typeface="Arial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8228880" cy="4525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</TotalTime>
  <Application>LibreOffice/7.3.7.2$Linux_X86_64 LibreOffice_project/30$Build-2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en-HK</dc:language>
  <cp:lastModifiedBy/>
  <dcterms:modified xsi:type="dcterms:W3CDTF">2025-11-19T19:13:22Z</dcterms:modified>
  <cp:revision>3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