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378883-7805-48E1-99DE-3C3136C75E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A199C8-F19E-45BA-A73C-503F6EF13B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4D8D06-10AD-489C-A074-38699234B9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4FC2EB-7FC9-4DF7-9063-D2BDF6AA5E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861F36-A1AC-4CE4-8C92-753F57611A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C973A9-BF2D-4E6B-82B7-ECDEB23F5F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F32B0E-04EE-4108-8691-4616C4F085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0D6585-2578-41C9-9475-262E6AB369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840B61-9420-4ED5-9F3D-4CC24AC713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DD82E1-D620-4010-9CFB-384A140789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9CEEEE-F64F-4DDF-AF08-BD52C1D01F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1DC18A-FA6C-429F-B9F0-B6F8EA8A59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7824B0-D65C-4EED-B8FD-405F98BA880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4400" spc="-1" strike="noStrike" u="sng">
                <a:solidFill>
                  <a:srgbClr val="00008b"/>
                </a:solidFill>
                <a:uFillTx/>
                <a:latin typeface="Calibri"/>
              </a:rPr>
              <a:t>Weekday in school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forestall means to buy up (goods) in advance in order to increase the price when resold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43" name="Right Arrow 3"/>
          <p:cNvSpPr/>
          <p:nvPr/>
        </p:nvSpPr>
        <p:spPr>
          <a:xfrm>
            <a:off x="4122000" y="2979000"/>
            <a:ext cx="899280" cy="899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4" name="Picture 4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899280" cy="89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8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HK" sz="1800" spc="-1" strike="noStrike">
                <a:latin typeface="Arial"/>
              </a:rPr>
              <a:t>Note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2025-11-19T07:06:59Z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