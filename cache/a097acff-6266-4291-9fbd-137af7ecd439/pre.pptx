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2.jpeg" ContentType="image/jpeg"/>
  <Override PartName="/ppt/media/image19.jpeg" ContentType="image/jpeg"/>
  <Override PartName="/ppt/media/image1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27753D-3EBE-4341-A1F6-241D4F7D32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E989D2-02DF-4544-A12E-205007C2B3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4AC208-7582-472A-A047-9A4C316F3B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5B8324-EAC2-495D-928E-8B702DE00F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25E081-895D-4B30-A110-D74DE16554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51E747-3119-4C79-9B1D-4B872396DE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E6FE40-088F-46E3-9375-DD90991479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6AD6E5-D341-4386-977C-2567928AEA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8DC9D5-D797-42FB-982B-B1A46F1B6E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F924D0-1E36-46FC-99CA-3A9D85238C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35FA90-D321-4982-A75F-3F1363B061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295457-8902-4D49-A9D1-932B505F41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B64F7A-90D7-4A22-AC78-59E258556E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0BEA91-1903-43BC-847D-A135052AD1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05801D8-5D13-4068-93D6-E974CF2A70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642BC0-6D3F-45A0-9C5C-B24D400365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898460-2845-4321-8E28-63B70B1507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EDE803-BCA0-4E3E-A945-D2CE3AA6FB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39FB0E8-3151-4096-988C-2651463FC9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FCD4DD-6B94-4835-901B-06165C4C7F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AA194FE-6717-47B5-9234-65D78CD08C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E60D44-D4DD-4C73-8FF0-DFD7D7C4FD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A70F6D-59AD-4A88-8F8F-F0E0856A74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7F9BA1-01CC-4A81-AC7E-0CE9EBF15B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E8812C-1801-4474-92A5-540E25B8C0C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F2B5DB-BCD2-480B-987B-1A6BC67CECA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screenmain.jpg"/>
          <p:cNvPicPr/>
          <p:nvPr/>
        </p:nvPicPr>
        <p:blipFill>
          <a:blip r:embed="rId1"/>
          <a:stretch/>
        </p:blipFill>
        <p:spPr>
          <a:xfrm>
            <a:off x="-22680" y="-10800"/>
            <a:ext cx="9165960" cy="690300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32860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The Secrets You Need To Know About Monetizing Video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0" y="6523920"/>
            <a:ext cx="9143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3" descr="screenmain.jpg"/>
          <p:cNvPicPr/>
          <p:nvPr/>
        </p:nvPicPr>
        <p:blipFill>
          <a:blip r:embed="rId1"/>
          <a:stretch/>
        </p:blipFill>
        <p:spPr>
          <a:xfrm>
            <a:off x="-22680" y="-10800"/>
            <a:ext cx="9165960" cy="690300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293904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How to go viral with video.</a:t>
            </a:r>
            <a:br>
              <a:rPr sz="4400"/>
            </a:b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(Not.)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0" y="6523920"/>
            <a:ext cx="91432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3" descr="catshark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90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1085040" y="1318320"/>
            <a:ext cx="724104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Coming up with content and shooting it is really really hard.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92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delay="0" evt="begin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96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1085040" y="1318320"/>
            <a:ext cx="724104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When I upload a video, it goes viral 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and YouTube sends big checks.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98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02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1085040" y="1318320"/>
            <a:ext cx="7241040" cy="35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MONETIZATION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 formats are cheapest, so they’re the best place to start.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04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08" name="TextBox 12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MISCONCEPTIONS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1085040" y="1318320"/>
            <a:ext cx="724104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&amp; QUALITY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MONETIZATION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PLATFORM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10" name="Rectangle 14"/>
          <p:cNvSpPr/>
          <p:nvPr/>
        </p:nvSpPr>
        <p:spPr>
          <a:xfrm>
            <a:off x="1732320" y="3026160"/>
            <a:ext cx="59522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Rectangle 15"/>
          <p:cNvSpPr/>
          <p:nvPr/>
        </p:nvSpPr>
        <p:spPr>
          <a:xfrm>
            <a:off x="1765080" y="4298760"/>
            <a:ext cx="55396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14" name="TextBox 11"/>
          <p:cNvSpPr/>
          <p:nvPr/>
        </p:nvSpPr>
        <p:spPr>
          <a:xfrm>
            <a:off x="781560" y="935640"/>
            <a:ext cx="7977600" cy="90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is KING.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Encourages engagement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Generates leads/sales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Adds value to product/service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Establishes authenticity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Ample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content increases traffic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Quality </a:t>
            </a:r>
            <a:r>
              <a:rPr b="0" i="1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may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be negotiable.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Record on non-professional devices.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“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Guidelines” can be trumped by content.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Quality reflects your brand.</a:t>
            </a: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CONTENT AND QUALITY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4" descr="darren1.jpg"/>
          <p:cNvPicPr/>
          <p:nvPr/>
        </p:nvPicPr>
        <p:blipFill>
          <a:blip r:embed="rId2"/>
          <a:stretch/>
        </p:blipFill>
        <p:spPr>
          <a:xfrm>
            <a:off x="4738320" y="970560"/>
            <a:ext cx="4177080" cy="3199680"/>
          </a:xfrm>
          <a:prstGeom prst="rect">
            <a:avLst/>
          </a:prstGeom>
          <a:ln w="0">
            <a:noFill/>
          </a:ln>
        </p:spPr>
      </p:pic>
      <p:sp>
        <p:nvSpPr>
          <p:cNvPr id="119" name="TextBox 5"/>
          <p:cNvSpPr/>
          <p:nvPr/>
        </p:nvSpPr>
        <p:spPr>
          <a:xfrm>
            <a:off x="503280" y="4342320"/>
            <a:ext cx="8411760" cy="34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Close-up, hands on videos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Talking-head videos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 videos/week – MWF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3-5 videos at a time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59k subs • 4.3 million views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10k subs • 2.6 million views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583 videos, 10-12 minutes each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1,277 videos, 1-3 minutes each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Avg 3k-5k views, several 100k+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Avg &lt;200 views, several 200k+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2000" spc="-1" strike="noStrike">
              <a:latin typeface="Arial"/>
            </a:endParaRPr>
          </a:p>
        </p:txBody>
      </p:sp>
      <p:pic>
        <p:nvPicPr>
          <p:cNvPr id="120" name="Picture 7" descr="sandy1.jpg"/>
          <p:cNvPicPr/>
          <p:nvPr/>
        </p:nvPicPr>
        <p:blipFill>
          <a:blip r:embed="rId3"/>
          <a:stretch/>
        </p:blipFill>
        <p:spPr>
          <a:xfrm>
            <a:off x="503280" y="970560"/>
            <a:ext cx="4182120" cy="3199680"/>
          </a:xfrm>
          <a:prstGeom prst="rect">
            <a:avLst/>
          </a:prstGeom>
          <a:ln w="0">
            <a:noFill/>
          </a:ln>
        </p:spPr>
      </p:pic>
      <p:sp>
        <p:nvSpPr>
          <p:cNvPr id="121" name="TextBox 8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CONTENT AND QUALITY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24" name="TextBox 11"/>
          <p:cNvSpPr/>
          <p:nvPr/>
        </p:nvSpPr>
        <p:spPr>
          <a:xfrm>
            <a:off x="977040" y="1563120"/>
            <a:ext cx="7977600" cy="77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Making money with video alone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Ads – pre-, mid-, post-roll 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Sponsored videos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Product placement</a:t>
            </a:r>
            <a:endParaRPr b="0" lang="en-HK" sz="3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Instead…think </a:t>
            </a:r>
            <a:r>
              <a:rPr b="0" lang="en-US" sz="6000" spc="-1" strike="noStrike">
                <a:solidFill>
                  <a:srgbClr val="000000"/>
                </a:solidFill>
                <a:latin typeface="Calibri"/>
                <a:ea typeface="DejaVu Sans"/>
              </a:rPr>
              <a:t>bigger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HK" sz="36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MONETIZATION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28" name="TextBox 11"/>
          <p:cNvSpPr/>
          <p:nvPr/>
        </p:nvSpPr>
        <p:spPr>
          <a:xfrm>
            <a:off x="781560" y="935640"/>
            <a:ext cx="7977600" cy="10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Video monetization strategy should match your existing business strategy.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Promote </a:t>
            </a:r>
            <a:r>
              <a:rPr b="1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existing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monetized goods/services (products, online classes, affiliate marketing,  in-person seminars, books, etc.)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drive traffic, aid in conversion 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 value for customers</a:t>
            </a:r>
            <a:endParaRPr b="0" lang="en-HK" sz="30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Add </a:t>
            </a:r>
            <a:r>
              <a:rPr b="1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video products </a:t>
            </a: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as well, if appropriate.</a:t>
            </a:r>
            <a:endParaRPr b="0" lang="en-HK" sz="3000" spc="-1" strike="noStrike">
              <a:latin typeface="Arial"/>
            </a:endParaRPr>
          </a:p>
          <a:p>
            <a:pPr lvl="1" marL="971640" indent="-5144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classes, webinars, etc.</a:t>
            </a:r>
            <a:endParaRPr b="0" lang="en-HK" sz="3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MONETIZATION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32" name="TextBox 11"/>
          <p:cNvSpPr/>
          <p:nvPr/>
        </p:nvSpPr>
        <p:spPr>
          <a:xfrm>
            <a:off x="781560" y="935640"/>
            <a:ext cx="7977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Which Platform?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PLATFORM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781560" y="1520640"/>
            <a:ext cx="7977600" cy="69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RECORDED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LIVE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YouTube, Vimeo, etc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Periscope, FbLive, etc     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Higher quality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Lower quality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Ongoing interaction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Instant interaction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Clear traffic drivers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Complex traffic drivers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Searchable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Not discoverable  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Evergreen content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Fleeting content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Can become contrived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Seen as authentic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endParaRPr b="0" lang="en-HK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781560" y="5468400"/>
            <a:ext cx="7977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Calibri"/>
                <a:ea typeface="DejaVu Sans"/>
              </a:rPr>
              <a:t>Research: Where is my audience?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0" y="65782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38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ONLINE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933840" y="1280880"/>
            <a:ext cx="7370280" cy="30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Sandy Allnock: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Products, Classes, Affiliate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Art tutorials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Related tutorials, BTS, Q&amp;A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933840" y="3755880"/>
            <a:ext cx="783612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Darren LaCroix: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Classes, Speaking, Products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Speaking tips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Q&amp;A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5" dur="indefinite" restart="never" nodeType="tmRoot">
          <p:childTnLst>
            <p:seq>
              <p:cTn id="166" dur="indefinite" nodeType="mainSeq">
                <p:childTnLst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4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BRICK AND MORTAR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933840" y="1280880"/>
            <a:ext cx="737028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Book Store: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In-store product sales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Interviews with authors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Broadcast poetry readings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933840" y="3755880"/>
            <a:ext cx="783612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Hair Salon: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Clients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How to style hair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Techniques – before/mid/after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48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EXAMPLES: SERVICES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933840" y="1280880"/>
            <a:ext cx="737028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Business Coach: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Coaching sessions, classes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Staffing tips 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Motivational chats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933840" y="3755880"/>
            <a:ext cx="783612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Realtor: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$ Plan: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Selling hoeuses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Rec: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Tips on selling a home</a:t>
            </a:r>
            <a:endParaRPr b="0" lang="en-HK" sz="3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Live: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Currently available homes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3" dur="indefinite" restart="never" nodeType="tmRoot">
          <p:childTnLst>
            <p:seq>
              <p:cTn id="234" dur="indefinite" nodeType="mainSeq">
                <p:childTnLst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53" name="TextBox 3"/>
          <p:cNvSpPr/>
          <p:nvPr/>
        </p:nvSpPr>
        <p:spPr>
          <a:xfrm>
            <a:off x="174240" y="184680"/>
            <a:ext cx="7977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BRAINSTORM YOUR PLAN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972000" y="1920960"/>
            <a:ext cx="7652160" cy="50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The 3 Best Questions to Start a Plan:</a:t>
            </a:r>
            <a:endParaRPr b="0" lang="en-HK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questions do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my customers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ask most?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aspect am I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most passionate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about?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What can I commit to </a:t>
            </a:r>
            <a:r>
              <a:rPr b="0" lang="en-US" sz="2800" spc="-1" strike="noStrike" u="sng">
                <a:solidFill>
                  <a:srgbClr val="000000"/>
                </a:solidFill>
                <a:uFillTx/>
                <a:latin typeface="Calibri"/>
                <a:ea typeface="DejaVu Sans"/>
              </a:rPr>
              <a:t>this quarter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?</a:t>
            </a: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8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  <a:p>
            <a:pPr marL="514440" indent="-514440"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0" descr="TMslidebkd2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157" name="TextBox 11"/>
          <p:cNvSpPr/>
          <p:nvPr/>
        </p:nvSpPr>
        <p:spPr>
          <a:xfrm>
            <a:off x="0" y="2366640"/>
            <a:ext cx="9143280" cy="243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DejaVu Sans"/>
              </a:rPr>
              <a:t>sandyallnock.com/wakeup4wealth</a:t>
            </a:r>
            <a:endParaRPr b="0" lang="en-HK" sz="4400" spc="-1" strike="noStrike">
              <a:latin typeface="Arial"/>
            </a:endParaRPr>
          </a:p>
          <a:p>
            <a:pPr marL="457200" indent="-45720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600" spc="-1" strike="noStrike">
                <a:solidFill>
                  <a:srgbClr val="000000"/>
                </a:solidFill>
                <a:latin typeface="Calibri"/>
                <a:ea typeface="DejaVu Sans"/>
              </a:rPr>
              <a:t>Q&amp;A</a:t>
            </a:r>
            <a:endParaRPr b="0" lang="en-HK" sz="6600" spc="-1" strike="noStrike"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0" y="6589080"/>
            <a:ext cx="91432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DejaVu Sans"/>
              </a:rPr>
              <a:t>Sandy Allnock • December 2, 2016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1589</TotalTime>
  <Application>LibreOffice/7.3.7.2$Linux_X86_64 LibreOffice_project/30$Build-2</Application>
  <AppVersion>15.0000</AppVersion>
  <Words>710</Words>
  <Paragraphs>129</Paragraphs>
  <Company>Operation Write Home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2016-12-02T00:37:13Z</dcterms:created>
  <dc:creator>Sandy Allnock</dc:creator>
  <dc:description/>
  <dc:language>en-HK</dc:language>
  <cp:lastModifiedBy>Sandy Allnock</cp:lastModifiedBy>
  <dcterms:modified xsi:type="dcterms:W3CDTF">2016-12-02T00:38:42Z</dcterms:modified>
  <cp:revision>14</cp:revision>
  <dc:subject/>
  <dc:title>Video and you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17</vt:i4>
  </property>
</Properties>
</file>