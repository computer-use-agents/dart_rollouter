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F5B361-4368-4F63-9CBB-245F5E7CFE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D636AF-E667-4440-B83C-ECB46A9A50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B00DAA-0F08-4112-9E63-6E489B6A0F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3DA3DB-1483-473D-8AE7-3CB446F2EE8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BF8B45-9A76-40AC-B7B1-7DF76246AB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172F47-6F00-431D-AB64-6070AC6FCC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9103B1-E15C-4494-AB0F-2D0C2895A2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608890-68D3-40EA-A280-DD71C6B7D4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5B8123-BDEC-4F03-99B3-2585162086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1811B3-64E5-4FA1-A762-67147216F2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35A340-1C8F-45DF-9725-98ADF92B2D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F2DB3B-9C4F-4BF8-8081-B78487EC5C5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6DB658-98D2-4DED-9E70-48227DB6A0A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ff0000"/>
                </a:solidFill>
                <a:latin typeface="Calibri"/>
              </a:rPr>
              <a:t>Our Customers Love Us!!!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8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8000"/>
                </a:solidFill>
                <a:latin typeface="Times New Roman"/>
              </a:rPr>
              <a:t>Customer Reviews</a:t>
            </a:r>
            <a:endParaRPr b="0" lang="en-HK" sz="3200" spc="-1" strike="noStrike">
              <a:latin typeface="Arial"/>
            </a:endParaRPr>
          </a:p>
        </p:txBody>
      </p:sp>
      <p:pic>
        <p:nvPicPr>
          <p:cNvPr id="45" name="Picture 3" descr="none.png"/>
          <p:cNvPicPr/>
          <p:nvPr/>
        </p:nvPicPr>
        <p:blipFill>
          <a:blip r:embed="rId1"/>
          <a:stretch/>
        </p:blipFill>
        <p:spPr>
          <a:xfrm>
            <a:off x="628560" y="4029120"/>
            <a:ext cx="2158920" cy="215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2025-11-19T13:20:47Z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