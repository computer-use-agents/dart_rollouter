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2A9D03B-6CCC-4406-B04A-2FA5F1EB56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4FCE7E3-988E-4793-ACD0-B2B06504CFC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0D374F0-A286-4CE6-89C2-D21EC52F1E9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E3B8317-4AE1-4729-A9C5-09A122B14F9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F90DE3C-0BAF-468F-A6F4-D32D8B73EDD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1C70441-9792-4F50-AE09-7A51A8AA729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9D47660-31E6-497F-9C6D-C9FA103E0E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2EBD689-FE22-400D-AFB0-59A342291C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41053A7-8E78-449B-B7BB-CDAFC1168F0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F525625-5BC1-45BA-9DFF-5AB5FC8DF5D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654CF18-A66A-4E36-BC03-136DFF2C444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E4CB037-8CA5-4267-8A46-1783E7EA22C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93C56F1-081D-4CDE-BCF5-3024573C75B3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ff0000"/>
                </a:solidFill>
                <a:latin typeface="Calibri"/>
              </a:rPr>
              <a:t>Our Customers Love Us!!!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8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8000"/>
                </a:solidFill>
                <a:latin typeface="Times New Roman"/>
              </a:rPr>
              <a:t>Customer Reviews</a:t>
            </a:r>
            <a:endParaRPr b="0" lang="en-HK" sz="3200" spc="-1" strike="noStrike">
              <a:latin typeface="Arial"/>
            </a:endParaRPr>
          </a:p>
        </p:txBody>
      </p:sp>
      <p:pic>
        <p:nvPicPr>
          <p:cNvPr id="45" name="Picture 3" descr="none.png"/>
          <p:cNvPicPr/>
          <p:nvPr/>
        </p:nvPicPr>
        <p:blipFill>
          <a:blip r:embed="rId1"/>
          <a:stretch/>
        </p:blipFill>
        <p:spPr>
          <a:xfrm>
            <a:off x="628560" y="4029120"/>
            <a:ext cx="2158920" cy="215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2025-11-17T19:32:17Z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