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AB3F0B-8697-433C-B751-DE19C9BD2E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4C5C70-A481-4A16-AC91-18BA6942AA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4FA77A-11D9-4781-9183-D5ED50E3D3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497B9A-8DF3-452D-9A6D-AA69AB758A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64DBAF-6402-4571-A5F4-9C4FF1BA07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CF05DB-EC60-4F16-B8B0-75322948BF4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F24C9B-2C79-44D4-B8BA-D3BFB5CE2F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961101-C2DF-4D32-834A-FCF0568591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F9C2B1-6813-4FE1-AECB-3BEAF87732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F150AC-6C11-4118-8F2E-1EDDF7567E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57A4FA-E379-4E76-AAAA-5CAD0C5B8E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D5D6B1-36F3-4C21-A0B1-DD864D27A5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264B83-F64E-400A-B311-6E9BE3A1B58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Marketing Strategies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641"/>
              </a:spcBef>
              <a:buNone/>
            </a:pP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Search Engine Optimization (SEO)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Social Media Marketing (SMM)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Email Marketing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Marketing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Pay-Per-Click Advertising (PPC)</a:t>
            </a:r>
            <a:endParaRPr b="0" lang="en-HK" sz="3200" spc="-1" strike="noStrike">
              <a:latin typeface="Arial"/>
            </a:endParaRPr>
          </a:p>
        </p:txBody>
      </p:sp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2172960" y="1006560"/>
            <a:ext cx="360000" cy="3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2025-11-19T09:02:54Z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