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753E461-C722-4EFE-9E42-4A1DCEB7E2C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CD5EDE9-458F-455D-9DB4-EAE869F2C61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F4EB802-F4AF-4EEE-866D-BB4A0586F40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33D1A35-5883-4816-835E-AA047785A0B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9BAE0D2-72AE-43A9-B255-BA22EF6314F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0D1C9CB-FF1F-4AA8-A0B8-9261C60CEB0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0B7C06F-2ABE-4CC8-9F60-6F6D4A941CD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61D7A7C-0143-44B4-9DE5-CCAC5B983CF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0E8C322-0869-4CAC-B9A9-E3F610A954D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8F56F9D-87AC-48CB-82CB-0D9C8963C46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74C12C0-8131-44D9-8FC4-37055C0A83D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7744416-59A1-4A7A-BF2F-6F45323FADD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56766A6-3D91-4C9F-AB75-F95578C2881D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edit the title text format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Marketing Strategies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641"/>
              </a:spcBef>
              <a:buNone/>
            </a:pPr>
            <a:endParaRPr b="0" lang="en-HK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Search Engine Optimization (SEO)</a:t>
            </a:r>
            <a:endParaRPr b="0" lang="en-HK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Social Media Marketing (SMM)</a:t>
            </a:r>
            <a:endParaRPr b="0" lang="en-HK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Email Marketing</a:t>
            </a:r>
            <a:endParaRPr b="0" lang="en-HK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Content Marketing</a:t>
            </a:r>
            <a:endParaRPr b="0" lang="en-HK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Pay-Per-Click Advertising (PPC)</a:t>
            </a:r>
            <a:endParaRPr b="0" lang="en-HK" sz="3200" spc="-1" strike="noStrike">
              <a:latin typeface="Arial"/>
            </a:endParaRPr>
          </a:p>
        </p:txBody>
      </p:sp>
      <p:pic>
        <p:nvPicPr>
          <p:cNvPr id="45" name="" descr=""/>
          <p:cNvPicPr/>
          <p:nvPr/>
        </p:nvPicPr>
        <p:blipFill>
          <a:blip r:embed="rId1"/>
          <a:stretch/>
        </p:blipFill>
        <p:spPr>
          <a:xfrm>
            <a:off x="2172960" y="1006560"/>
            <a:ext cx="360000" cy="36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en-HK</dc:language>
  <cp:lastModifiedBy/>
  <dcterms:modified xsi:type="dcterms:W3CDTF">2025-11-17T20:09:57Z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