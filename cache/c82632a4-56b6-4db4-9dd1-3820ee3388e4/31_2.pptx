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C18C91-9F4D-4E25-90B0-9E61C67069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5ED97F-677D-428E-AEE5-564C14322E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1C87FF-DB2A-401A-9AA7-C7794444F0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CC30C9-5E70-46EA-8947-E1FC3505ED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7A318F-35B3-4E99-A39F-7785F942ED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B10733-7158-4998-A49B-F34C62AA88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D0B2C1-32B5-49F0-9AF0-0FF5562856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258168-446C-4656-9020-C55D364AA2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A99D90-C22C-4DCE-9644-02F190143D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BF811F-1BB6-4C54-9500-92209D0748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736321-EFEA-4390-B9B3-9328EABBF5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4FEC6E-E21A-4D55-986A-685400C6AB3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868A5D-B807-48F6-8E5F-DDB5117C1AA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Marketing Strategies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641"/>
              </a:spcBef>
              <a:buNone/>
            </a:pP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Search Engine Optimization (SEO)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Social Media Marketing (SMM)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Email Marketing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Content Marketing</a:t>
            </a:r>
            <a:endParaRPr b="0" lang="en-HK" sz="32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Pay-Per-Click Advertising (PPC)</a:t>
            </a:r>
            <a:endParaRPr b="0" lang="en-HK" sz="3200" spc="-1" strike="noStrike">
              <a:latin typeface="Arial"/>
            </a:endParaRPr>
          </a:p>
        </p:txBody>
      </p:sp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2172960" y="1006560"/>
            <a:ext cx="360000" cy="36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2025-11-19T23:17:56Z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