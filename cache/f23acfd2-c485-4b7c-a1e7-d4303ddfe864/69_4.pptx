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presProps.xml" ContentType="application/vnd.openxmlformats-officedocument.presentationml.presProps+xml"/>
  <Override PartName="/ppt/slides/_rels/slide1.xml.rels" ContentType="application/vnd.openxmlformats-package.relationships+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EA1B8CE9-D58D-4B15-B520-CE149D1898D0}" type="slidenum">
              <a:t>&lt;#&gt;</a:t>
            </a:fld>
          </a:p>
        </p:txBody>
      </p:sp>
      <p:sp>
        <p:nvSpPr>
          <p:cNvPr id="4" name="PlaceHolder 3"/>
          <p:cNvSpPr>
            <a:spLocks noGrp="1"/>
          </p:cNvSpPr>
          <p:nvPr>
            <p:ph type="dt" idx="3"/>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60D804BA-2158-495E-B6D5-55E971B9C3A7}"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HK"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41D611D-9BAF-4908-83A0-F54A5F14A061}" type="slidenum">
              <a:t>&lt;#&gt;</a:t>
            </a:fld>
          </a:p>
        </p:txBody>
      </p:sp>
      <p:sp>
        <p:nvSpPr>
          <p:cNvPr id="6" name="PlaceHolder 5"/>
          <p:cNvSpPr>
            <a:spLocks noGrp="1"/>
          </p:cNvSpPr>
          <p:nvPr>
            <p:ph type="dt" idx="3"/>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2D6A7F63-EFE3-4699-8674-5753FC551CC9}"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E3AEA9CE-2C3A-483F-AA3C-A5F6DB458443}"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556DDDF2-5BF3-416F-A043-FF686918A4CE}" type="slidenum">
              <a:t>&lt;#&gt;</a:t>
            </a:fld>
          </a:p>
        </p:txBody>
      </p:sp>
      <p:sp>
        <p:nvSpPr>
          <p:cNvPr id="5" name="PlaceHolder 4"/>
          <p:cNvSpPr>
            <a:spLocks noGrp="1"/>
          </p:cNvSpPr>
          <p:nvPr>
            <p:ph type="dt" idx="3"/>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25B3BD3-74D1-416B-92DC-54A8C31633D5}"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30247AA-62C6-4513-BF50-80FA2C89A84D}"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0274D24-3670-45EC-A857-41CE7264BBEE}" type="slidenum">
              <a:t>&lt;#&gt;</a:t>
            </a:fld>
          </a:p>
        </p:txBody>
      </p:sp>
      <p:sp>
        <p:nvSpPr>
          <p:cNvPr id="8" name="PlaceHolder 7"/>
          <p:cNvSpPr>
            <a:spLocks noGrp="1"/>
          </p:cNvSpPr>
          <p:nvPr>
            <p:ph type="dt" idx="3"/>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F9DF355-A675-4B7A-959F-30960D43CF03}" type="slidenum">
              <a:t>&lt;#&gt;</a:t>
            </a:fld>
          </a:p>
        </p:txBody>
      </p:sp>
      <p:sp>
        <p:nvSpPr>
          <p:cNvPr id="7" name="PlaceHolder 6"/>
          <p:cNvSpPr>
            <a:spLocks noGrp="1"/>
          </p:cNvSpPr>
          <p:nvPr>
            <p:ph type="dt" idx="3"/>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99C13ABC-435F-46EA-B84C-339CCA435B6C}" type="slidenum">
              <a:t>&lt;#&gt;</a:t>
            </a:fld>
          </a:p>
        </p:txBody>
      </p:sp>
      <p:sp>
        <p:nvSpPr>
          <p:cNvPr id="9" name="PlaceHolder 8"/>
          <p:cNvSpPr>
            <a:spLocks noGrp="1"/>
          </p:cNvSpPr>
          <p:nvPr>
            <p:ph type="dt" idx="3"/>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834E3DC6-C62B-4CF7-BB95-EC1840A7E852}" type="slidenum">
              <a:t>&lt;#&gt;</a:t>
            </a:fld>
          </a:p>
        </p:txBody>
      </p:sp>
      <p:sp>
        <p:nvSpPr>
          <p:cNvPr id="11" name="PlaceHolder 10"/>
          <p:cNvSpPr>
            <a:spLocks noGrp="1"/>
          </p:cNvSpPr>
          <p:nvPr>
            <p:ph type="dt" idx="3"/>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94400" cy="363960"/>
          </a:xfrm>
          <a:prstGeom prst="rect">
            <a:avLst/>
          </a:prstGeom>
          <a:noFill/>
          <a:ln w="0">
            <a:noFill/>
          </a:ln>
        </p:spPr>
        <p:txBody>
          <a:bodyPr lIns="90000" rIns="90000" tIns="45000" bIns="45000" anchor="ctr">
            <a:noAutofit/>
          </a:bodyPr>
          <a:lstStyle>
            <a:lvl1pPr algn="ctr">
              <a:lnSpc>
                <a:spcPct val="100000"/>
              </a:lnSpc>
              <a:buNone/>
              <a:defRPr b="0" lang="en-HK" sz="1400" spc="-1" strike="noStrike">
                <a:latin typeface="Times New Roman"/>
              </a:defRPr>
            </a:lvl1pPr>
          </a:lstStyle>
          <a:p>
            <a:pPr algn="ctr">
              <a:lnSpc>
                <a:spcPct val="100000"/>
              </a:lnSpc>
              <a:buNone/>
            </a:pPr>
            <a:r>
              <a:rPr b="0" lang="en-HK" sz="1400" spc="-1" strike="noStrike">
                <a:latin typeface="Times New Roman"/>
              </a:rPr>
              <a:t>&lt;footer&gt;</a:t>
            </a:r>
            <a:endParaRPr b="0" lang="en-HK" sz="1400" spc="-1" strike="noStrike">
              <a:latin typeface="Times New Roman"/>
            </a:endParaRPr>
          </a:p>
        </p:txBody>
      </p:sp>
      <p:sp>
        <p:nvSpPr>
          <p:cNvPr id="1" name="PlaceHolder 2"/>
          <p:cNvSpPr>
            <a:spLocks noGrp="1"/>
          </p:cNvSpPr>
          <p:nvPr>
            <p:ph type="sldNum" idx="2"/>
          </p:nvPr>
        </p:nvSpPr>
        <p:spPr>
          <a:xfrm>
            <a:off x="6553080" y="6356520"/>
            <a:ext cx="2132640" cy="363960"/>
          </a:xfrm>
          <a:prstGeom prst="rect">
            <a:avLst/>
          </a:prstGeom>
          <a:noFill/>
          <a:ln w="0">
            <a:noFill/>
          </a:ln>
        </p:spPr>
        <p:txBody>
          <a:bodyPr lIns="90000" rIns="90000" tIns="45000" bIns="45000" anchor="ctr">
            <a:noAutofit/>
          </a:bodyPr>
          <a:lstStyle>
            <a:lvl1pPr algn="r">
              <a:lnSpc>
                <a:spcPct val="100000"/>
              </a:lnSpc>
              <a:buNone/>
              <a:defRPr b="0" lang="en-US" sz="1200" spc="-1" strike="noStrike">
                <a:solidFill>
                  <a:srgbClr val="8b8b8b"/>
                </a:solidFill>
                <a:latin typeface="Calibri"/>
              </a:defRPr>
            </a:lvl1pPr>
          </a:lstStyle>
          <a:p>
            <a:pPr algn="r">
              <a:lnSpc>
                <a:spcPct val="100000"/>
              </a:lnSpc>
              <a:buNone/>
            </a:pPr>
            <a:fld id="{8E9CB805-8CB6-4351-8DC9-CB631C11D038}" type="slidenum">
              <a:rPr b="0" lang="en-US" sz="1200" spc="-1" strike="noStrike">
                <a:solidFill>
                  <a:srgbClr val="8b8b8b"/>
                </a:solidFill>
                <a:latin typeface="Calibri"/>
              </a:rPr>
              <a:t>&lt;number&gt;</a:t>
            </a:fld>
            <a:endParaRPr b="0" lang="en-HK" sz="1200" spc="-1" strike="noStrike">
              <a:latin typeface="Times New Roman"/>
            </a:endParaRPr>
          </a:p>
        </p:txBody>
      </p:sp>
      <p:sp>
        <p:nvSpPr>
          <p:cNvPr id="2" name="PlaceHolder 3"/>
          <p:cNvSpPr>
            <a:spLocks noGrp="1"/>
          </p:cNvSpPr>
          <p:nvPr>
            <p:ph type="dt" idx="3"/>
          </p:nvPr>
        </p:nvSpPr>
        <p:spPr>
          <a:xfrm>
            <a:off x="457200" y="6356520"/>
            <a:ext cx="2132640" cy="363960"/>
          </a:xfrm>
          <a:prstGeom prst="rect">
            <a:avLst/>
          </a:prstGeom>
          <a:noFill/>
          <a:ln w="0">
            <a:noFill/>
          </a:ln>
        </p:spPr>
        <p:txBody>
          <a:bodyPr lIns="90000" rIns="90000" tIns="45000" bIns="45000" anchor="ctr">
            <a:noAutofit/>
          </a:bodyPr>
          <a:lstStyle>
            <a:lvl1pPr>
              <a:defRPr b="0" lang="en-HK" sz="1400" spc="-1" strike="noStrike">
                <a:latin typeface="Times New Roman"/>
              </a:defRPr>
            </a:lvl1pPr>
          </a:lstStyle>
          <a:p>
            <a:r>
              <a:rPr b="0" lang="en-HK" sz="1400" spc="-1" strike="noStrike">
                <a:latin typeface="Times New Roman"/>
              </a:rPr>
              <a:t>&lt;date/time&gt;</a:t>
            </a:r>
            <a:endParaRPr b="0" lang="en-HK" sz="1400" spc="-1" strike="noStrike">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4680"/>
            <a:ext cx="8228520" cy="1141920"/>
          </a:xfrm>
          <a:prstGeom prst="rect">
            <a:avLst/>
          </a:prstGeom>
          <a:noFill/>
          <a:ln w="0">
            <a:noFill/>
          </a:ln>
        </p:spPr>
        <p:txBody>
          <a:bodyPr lIns="90000" rIns="90000" tIns="45000" bIns="45000" anchor="ctr">
            <a:noAutofit/>
          </a:bodyPr>
          <a:p>
            <a:pPr algn="ctr">
              <a:lnSpc>
                <a:spcPct val="100000"/>
              </a:lnSpc>
              <a:buNone/>
            </a:pPr>
            <a:r>
              <a:rPr b="1" lang="en-US" sz="4400" spc="-1" strike="noStrike">
                <a:solidFill>
                  <a:srgbClr val="000000"/>
                </a:solidFill>
                <a:latin typeface="Times New Roman"/>
              </a:rPr>
              <a:t>The History of Art</a:t>
            </a:r>
            <a:endParaRPr b="0" lang="en-HK" sz="4400" spc="-1" strike="noStrike">
              <a:latin typeface="Arial"/>
            </a:endParaRPr>
          </a:p>
        </p:txBody>
      </p:sp>
      <p:sp>
        <p:nvSpPr>
          <p:cNvPr id="42" name="PlaceHolder 2"/>
          <p:cNvSpPr>
            <a:spLocks noGrp="1"/>
          </p:cNvSpPr>
          <p:nvPr>
            <p:ph/>
          </p:nvPr>
        </p:nvSpPr>
        <p:spPr>
          <a:xfrm>
            <a:off x="457200" y="1600200"/>
            <a:ext cx="8228520" cy="452484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Font typeface="Symbol" charset="2"/>
              <a:buChar char=""/>
            </a:pPr>
            <a:r>
              <a:rPr b="0" i="1" lang="en-US" sz="3200" spc="-1" strike="noStrike">
                <a:solidFill>
                  <a:srgbClr val="000000"/>
                </a:solidFill>
                <a:latin typeface="Arial"/>
              </a:rPr>
              <a:t>Art is a diverse range of human activities in creating visual, auditory or performing artifacts, expressing the author's imaginative, conceptual ideas, or technical skill, intended to be appreciated primarily for their beauty or emotional power.</a:t>
            </a:r>
            <a:endParaRPr b="0" lang="en-HK" sz="3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LibreOffice/7.3.7.2$Linux_X86_64 LibreOffice_project/30$Build-2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en-HK</dc:language>
  <cp:lastModifiedBy/>
  <dcterms:modified xsi:type="dcterms:W3CDTF">2024-02-18T13:51:09Z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