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presProps.xml" ContentType="application/vnd.openxmlformats-officedocument.presentationml.presProps+xml"/>
  <Override PartName="/ppt/slides/_rels/slide1.xml.rels" ContentType="application/vnd.openxmlformats-package.relationships+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Lst>
  <p:sldSz cx="9144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28AE8C49-2A91-4A90-995D-B3457DB7A95D}" type="slidenum">
              <a:t>&lt;#&gt;</a:t>
            </a:fld>
          </a:p>
        </p:txBody>
      </p:sp>
      <p:sp>
        <p:nvSpPr>
          <p:cNvPr id="4" name="PlaceHolder 3"/>
          <p:cNvSpPr>
            <a:spLocks noGrp="1"/>
          </p:cNvSpPr>
          <p:nvPr>
            <p:ph type="dt" idx="3"/>
          </p:nvPr>
        </p:nvSpPr>
        <p:spPr/>
        <p:txBody>
          <a:bodyPr/>
          <a:p>
            <a:r>
              <a:rPr lang="en-HK"/>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BB941834-4A9A-4372-B26A-084FD6C92054}" type="slidenum">
              <a:t>&lt;#&gt;</a:t>
            </a:fld>
          </a:p>
        </p:txBody>
      </p:sp>
      <p:sp>
        <p:nvSpPr>
          <p:cNvPr id="6" name="PlaceHolder 5"/>
          <p:cNvSpPr>
            <a:spLocks noGrp="1"/>
          </p:cNvSpPr>
          <p:nvPr>
            <p:ph type="dt" idx="3"/>
          </p:nvPr>
        </p:nvSpPr>
        <p:spPr/>
        <p:txBody>
          <a:bodyPr/>
          <a:p>
            <a:r>
              <a:rPr lang="en-HK"/>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HK"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1F6584B3-A992-4ED9-8A4F-261192F1FA9A}" type="slidenum">
              <a:t>&lt;#&gt;</a:t>
            </a:fld>
          </a:p>
        </p:txBody>
      </p:sp>
      <p:sp>
        <p:nvSpPr>
          <p:cNvPr id="6" name="PlaceHolder 5"/>
          <p:cNvSpPr>
            <a:spLocks noGrp="1"/>
          </p:cNvSpPr>
          <p:nvPr>
            <p:ph type="dt" idx="3"/>
          </p:nvPr>
        </p:nvSpPr>
        <p:spPr/>
        <p:txBody>
          <a:bodyPr/>
          <a:p>
            <a:r>
              <a:rPr lang="en-HK"/>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3AA279FF-A0C9-4330-BB40-34F3C79BFB38}" type="slidenum">
              <a:t>&lt;#&gt;</a:t>
            </a:fld>
          </a:p>
        </p:txBody>
      </p:sp>
      <p:sp>
        <p:nvSpPr>
          <p:cNvPr id="7" name="PlaceHolder 6"/>
          <p:cNvSpPr>
            <a:spLocks noGrp="1"/>
          </p:cNvSpPr>
          <p:nvPr>
            <p:ph type="dt" idx="3"/>
          </p:nvPr>
        </p:nvSpPr>
        <p:spPr/>
        <p:txBody>
          <a:bodyPr/>
          <a:p>
            <a:r>
              <a:rPr lang="en-HK"/>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352EF479-B17A-4321-89D7-EEFC1C479E50}" type="slidenum">
              <a:t>&lt;#&gt;</a:t>
            </a:fld>
          </a:p>
        </p:txBody>
      </p:sp>
      <p:sp>
        <p:nvSpPr>
          <p:cNvPr id="5" name="PlaceHolder 4"/>
          <p:cNvSpPr>
            <a:spLocks noGrp="1"/>
          </p:cNvSpPr>
          <p:nvPr>
            <p:ph type="dt" idx="3"/>
          </p:nvPr>
        </p:nvSpPr>
        <p:spPr/>
        <p:txBody>
          <a:bodyPr/>
          <a:p>
            <a:r>
              <a:rPr lang="en-HK"/>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E98AA8A6-815A-4C05-98C9-00902D1AA322}" type="slidenum">
              <a:t>&lt;#&gt;</a:t>
            </a:fld>
          </a:p>
        </p:txBody>
      </p:sp>
      <p:sp>
        <p:nvSpPr>
          <p:cNvPr id="5" name="PlaceHolder 4"/>
          <p:cNvSpPr>
            <a:spLocks noGrp="1"/>
          </p:cNvSpPr>
          <p:nvPr>
            <p:ph type="dt" idx="3"/>
          </p:nvPr>
        </p:nvSpPr>
        <p:spPr/>
        <p:txBody>
          <a:bodyPr/>
          <a:p>
            <a:r>
              <a:rPr lang="en-HK"/>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445159E0-03E1-43DC-AFFB-FE5EC214B5CA}" type="slidenum">
              <a:t>&lt;#&gt;</a:t>
            </a:fld>
          </a:p>
        </p:txBody>
      </p:sp>
      <p:sp>
        <p:nvSpPr>
          <p:cNvPr id="8" name="PlaceHolder 7"/>
          <p:cNvSpPr>
            <a:spLocks noGrp="1"/>
          </p:cNvSpPr>
          <p:nvPr>
            <p:ph type="dt" idx="3"/>
          </p:nvPr>
        </p:nvSpPr>
        <p:spPr/>
        <p:txBody>
          <a:bodyPr/>
          <a:p>
            <a:r>
              <a:rPr lang="en-HK"/>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C4ED9DBC-DF69-444C-9D53-9D798505FA4E}" type="slidenum">
              <a:t>&lt;#&gt;</a:t>
            </a:fld>
          </a:p>
        </p:txBody>
      </p:sp>
      <p:sp>
        <p:nvSpPr>
          <p:cNvPr id="8" name="PlaceHolder 7"/>
          <p:cNvSpPr>
            <a:spLocks noGrp="1"/>
          </p:cNvSpPr>
          <p:nvPr>
            <p:ph type="dt" idx="3"/>
          </p:nvPr>
        </p:nvSpPr>
        <p:spPr/>
        <p:txBody>
          <a:bodyPr/>
          <a:p>
            <a:r>
              <a:rPr lang="en-HK"/>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BEBC0337-EEE0-49C0-84D1-D0A1C19A3A73}" type="slidenum">
              <a:t>&lt;#&gt;</a:t>
            </a:fld>
          </a:p>
        </p:txBody>
      </p:sp>
      <p:sp>
        <p:nvSpPr>
          <p:cNvPr id="8" name="PlaceHolder 7"/>
          <p:cNvSpPr>
            <a:spLocks noGrp="1"/>
          </p:cNvSpPr>
          <p:nvPr>
            <p:ph type="dt" idx="3"/>
          </p:nvPr>
        </p:nvSpPr>
        <p:spPr/>
        <p:txBody>
          <a:bodyPr/>
          <a:p>
            <a:r>
              <a:rPr lang="en-HK"/>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C600F1BD-090A-4FE5-8EA3-3054574FFE8C}" type="slidenum">
              <a:t>&lt;#&gt;</a:t>
            </a:fld>
          </a:p>
        </p:txBody>
      </p:sp>
      <p:sp>
        <p:nvSpPr>
          <p:cNvPr id="7" name="PlaceHolder 6"/>
          <p:cNvSpPr>
            <a:spLocks noGrp="1"/>
          </p:cNvSpPr>
          <p:nvPr>
            <p:ph type="dt" idx="3"/>
          </p:nvPr>
        </p:nvSpPr>
        <p:spPr/>
        <p:txBody>
          <a:bodyPr/>
          <a:p>
            <a:r>
              <a:rPr lang="en-HK"/>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90A6064E-1E51-41DF-BC43-339EDF120AED}" type="slidenum">
              <a:t>&lt;#&gt;</a:t>
            </a:fld>
          </a:p>
        </p:txBody>
      </p:sp>
      <p:sp>
        <p:nvSpPr>
          <p:cNvPr id="9" name="PlaceHolder 8"/>
          <p:cNvSpPr>
            <a:spLocks noGrp="1"/>
          </p:cNvSpPr>
          <p:nvPr>
            <p:ph type="dt" idx="3"/>
          </p:nvPr>
        </p:nvSpPr>
        <p:spPr/>
        <p:txBody>
          <a:bodyPr/>
          <a:p>
            <a:r>
              <a:rPr lang="en-HK"/>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D5781515-4136-4771-AACA-32C1BC9A0804}" type="slidenum">
              <a:t>&lt;#&gt;</a:t>
            </a:fld>
          </a:p>
        </p:txBody>
      </p:sp>
      <p:sp>
        <p:nvSpPr>
          <p:cNvPr id="11" name="PlaceHolder 10"/>
          <p:cNvSpPr>
            <a:spLocks noGrp="1"/>
          </p:cNvSpPr>
          <p:nvPr>
            <p:ph type="dt" idx="3"/>
          </p:nvPr>
        </p:nvSpPr>
        <p:spPr/>
        <p:txBody>
          <a:bodyPr/>
          <a:p>
            <a:r>
              <a:rPr lang="en-HK"/>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94400" cy="363960"/>
          </a:xfrm>
          <a:prstGeom prst="rect">
            <a:avLst/>
          </a:prstGeom>
          <a:noFill/>
          <a:ln w="0">
            <a:noFill/>
          </a:ln>
        </p:spPr>
        <p:txBody>
          <a:bodyPr lIns="90000" rIns="90000" tIns="45000" bIns="45000" anchor="ctr">
            <a:noAutofit/>
          </a:bodyPr>
          <a:lstStyle>
            <a:lvl1pPr algn="ctr">
              <a:lnSpc>
                <a:spcPct val="100000"/>
              </a:lnSpc>
              <a:buNone/>
              <a:defRPr b="0" lang="en-HK" sz="1400" spc="-1" strike="noStrike">
                <a:latin typeface="Times New Roman"/>
              </a:defRPr>
            </a:lvl1pPr>
          </a:lstStyle>
          <a:p>
            <a:pPr algn="ctr">
              <a:lnSpc>
                <a:spcPct val="100000"/>
              </a:lnSpc>
              <a:buNone/>
            </a:pPr>
            <a:r>
              <a:rPr b="0" lang="en-HK" sz="1400" spc="-1" strike="noStrike">
                <a:latin typeface="Times New Roman"/>
              </a:rPr>
              <a:t>&lt;footer&gt;</a:t>
            </a:r>
            <a:endParaRPr b="0" lang="en-HK" sz="1400" spc="-1" strike="noStrike">
              <a:latin typeface="Times New Roman"/>
            </a:endParaRPr>
          </a:p>
        </p:txBody>
      </p:sp>
      <p:sp>
        <p:nvSpPr>
          <p:cNvPr id="1" name="PlaceHolder 2"/>
          <p:cNvSpPr>
            <a:spLocks noGrp="1"/>
          </p:cNvSpPr>
          <p:nvPr>
            <p:ph type="sldNum" idx="2"/>
          </p:nvPr>
        </p:nvSpPr>
        <p:spPr>
          <a:xfrm>
            <a:off x="6553080" y="6356520"/>
            <a:ext cx="2132640" cy="363960"/>
          </a:xfrm>
          <a:prstGeom prst="rect">
            <a:avLst/>
          </a:prstGeom>
          <a:noFill/>
          <a:ln w="0">
            <a:noFill/>
          </a:ln>
        </p:spPr>
        <p:txBody>
          <a:bodyPr lIns="90000" rIns="90000" tIns="45000" bIns="45000" anchor="ctr">
            <a:noAutofit/>
          </a:bodyPr>
          <a:lstStyle>
            <a:lvl1pPr algn="r">
              <a:lnSpc>
                <a:spcPct val="100000"/>
              </a:lnSpc>
              <a:buNone/>
              <a:defRPr b="0" lang="en-US" sz="1200" spc="-1" strike="noStrike">
                <a:solidFill>
                  <a:srgbClr val="8b8b8b"/>
                </a:solidFill>
                <a:latin typeface="Calibri"/>
              </a:defRPr>
            </a:lvl1pPr>
          </a:lstStyle>
          <a:p>
            <a:pPr algn="r">
              <a:lnSpc>
                <a:spcPct val="100000"/>
              </a:lnSpc>
              <a:buNone/>
            </a:pPr>
            <a:fld id="{CE0075BC-F050-4ED6-AB25-1C056B235FFC}" type="slidenum">
              <a:rPr b="0" lang="en-US" sz="1200" spc="-1" strike="noStrike">
                <a:solidFill>
                  <a:srgbClr val="8b8b8b"/>
                </a:solidFill>
                <a:latin typeface="Calibri"/>
              </a:rPr>
              <a:t>&lt;number&gt;</a:t>
            </a:fld>
            <a:endParaRPr b="0" lang="en-HK" sz="1200" spc="-1" strike="noStrike">
              <a:latin typeface="Times New Roman"/>
            </a:endParaRPr>
          </a:p>
        </p:txBody>
      </p:sp>
      <p:sp>
        <p:nvSpPr>
          <p:cNvPr id="2" name="PlaceHolder 3"/>
          <p:cNvSpPr>
            <a:spLocks noGrp="1"/>
          </p:cNvSpPr>
          <p:nvPr>
            <p:ph type="dt" idx="3"/>
          </p:nvPr>
        </p:nvSpPr>
        <p:spPr>
          <a:xfrm>
            <a:off x="457200" y="6356520"/>
            <a:ext cx="2132640" cy="363960"/>
          </a:xfrm>
          <a:prstGeom prst="rect">
            <a:avLst/>
          </a:prstGeom>
          <a:noFill/>
          <a:ln w="0">
            <a:noFill/>
          </a:ln>
        </p:spPr>
        <p:txBody>
          <a:bodyPr lIns="90000" rIns="90000" tIns="45000" bIns="45000" anchor="ctr">
            <a:noAutofit/>
          </a:bodyPr>
          <a:lstStyle>
            <a:lvl1pPr>
              <a:defRPr b="0" lang="en-HK" sz="1400" spc="-1" strike="noStrike">
                <a:latin typeface="Times New Roman"/>
              </a:defRPr>
            </a:lvl1pPr>
          </a:lstStyle>
          <a:p>
            <a:r>
              <a:rPr b="0" lang="en-HK" sz="1400" spc="-1" strike="noStrike">
                <a:latin typeface="Times New Roman"/>
              </a:rPr>
              <a:t>&lt;date/time&gt;</a:t>
            </a:r>
            <a:endParaRPr b="0" lang="en-HK" sz="1400" spc="-1" strike="noStrike">
              <a:latin typeface="Times New Roman"/>
            </a:endParaRPr>
          </a:p>
        </p:txBody>
      </p:sp>
      <p:sp>
        <p:nvSpPr>
          <p:cNvPr id="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title"/>
          </p:nvPr>
        </p:nvSpPr>
        <p:spPr>
          <a:xfrm>
            <a:off x="457200" y="274680"/>
            <a:ext cx="8228520" cy="1141920"/>
          </a:xfrm>
          <a:prstGeom prst="rect">
            <a:avLst/>
          </a:prstGeom>
          <a:noFill/>
          <a:ln w="0">
            <a:noFill/>
          </a:ln>
        </p:spPr>
        <p:txBody>
          <a:bodyPr lIns="90000" rIns="90000" tIns="45000" bIns="45000" anchor="ctr">
            <a:noAutofit/>
          </a:bodyPr>
          <a:p>
            <a:pPr algn="ctr">
              <a:lnSpc>
                <a:spcPct val="100000"/>
              </a:lnSpc>
              <a:buNone/>
            </a:pPr>
            <a:r>
              <a:rPr b="1" lang="en-US" sz="4400" spc="-1" strike="noStrike">
                <a:solidFill>
                  <a:srgbClr val="000000"/>
                </a:solidFill>
                <a:latin typeface="Times New Roman"/>
              </a:rPr>
              <a:t>The History of Art</a:t>
            </a:r>
            <a:endParaRPr b="0" lang="en-HK" sz="4400" spc="-1" strike="noStrike">
              <a:latin typeface="Arial"/>
            </a:endParaRPr>
          </a:p>
        </p:txBody>
      </p:sp>
      <p:sp>
        <p:nvSpPr>
          <p:cNvPr id="42" name="PlaceHolder 2"/>
          <p:cNvSpPr>
            <a:spLocks noGrp="1"/>
          </p:cNvSpPr>
          <p:nvPr>
            <p:ph/>
          </p:nvPr>
        </p:nvSpPr>
        <p:spPr>
          <a:xfrm>
            <a:off x="457200" y="1600200"/>
            <a:ext cx="8228520" cy="4524840"/>
          </a:xfrm>
          <a:prstGeom prst="rect">
            <a:avLst/>
          </a:prstGeom>
          <a:noFill/>
          <a:ln w="0">
            <a:noFill/>
          </a:ln>
        </p:spPr>
        <p:txBody>
          <a:bodyPr lIns="90000" rIns="90000" tIns="45000" bIns="45000" anchor="t">
            <a:noAutofit/>
          </a:bodyPr>
          <a:p>
            <a:pPr marL="432000" indent="-324000">
              <a:lnSpc>
                <a:spcPct val="100000"/>
              </a:lnSpc>
              <a:spcBef>
                <a:spcPts val="1417"/>
              </a:spcBef>
              <a:buClr>
                <a:srgbClr val="000000"/>
              </a:buClr>
              <a:buFont typeface="Symbol" charset="2"/>
              <a:buChar char=""/>
            </a:pPr>
            <a:r>
              <a:rPr b="0" i="1" lang="en-US" sz="3200" spc="-1" strike="noStrike">
                <a:solidFill>
                  <a:srgbClr val="000000"/>
                </a:solidFill>
                <a:latin typeface="Arial"/>
              </a:rPr>
              <a:t>Art is a diverse range of human activities in creating visual, auditory or performing artifacts, expressing the author's imaginative, conceptual ideas, or technical skill, intended to be appreciated primarily for their beauty or emotional power.</a:t>
            </a:r>
            <a:endParaRPr b="0" lang="en-HK" sz="32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TotalTime>
  <Application>LibreOffice/7.3.7.2$Linux_X86_64 LibreOffice_project/30$Build-2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en-HK</dc:language>
  <cp:lastModifiedBy/>
  <dcterms:modified xsi:type="dcterms:W3CDTF">2024-02-18T13:51:09Z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