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0DF179E3-BBF6-4B30-9FF6-E3C2F0AD6ECA}" type="slidenum">
              <a:t>&lt;#&gt;</a:t>
            </a:fld>
          </a:p>
        </p:txBody>
      </p:sp>
      <p:sp>
        <p:nvSpPr>
          <p:cNvPr id="4" name="PlaceHolder 3"/>
          <p:cNvSpPr>
            <a:spLocks noGrp="1"/>
          </p:cNvSpPr>
          <p:nvPr>
            <p:ph type="dt" idx="3"/>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862363D-E5DD-49A0-B0D8-128FB28BF053}"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93CFECD-27DE-4BE6-A029-DD3BF66ADCDC}"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4E177FFD-CED2-40DA-BA03-837945693A5E}"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F061A2C-345B-4F24-9396-43812EF1EFCD}"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85D1B8E-BC4F-4205-9646-C54AC959CC4F}"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054D3C9-A020-4B19-9BEC-7C97D92CA505}"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EA21389-87A9-4FC8-A00B-82DDE6688FEC}"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E92A00C-C70C-4B1A-96C9-2CAE4CB5F181}"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9A452E6-622B-4438-8F24-CF9E2925E503}"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273ED093-8C14-4E0D-BF68-71091A3833F0}" type="slidenum">
              <a:t>&lt;#&gt;</a:t>
            </a:fld>
          </a:p>
        </p:txBody>
      </p:sp>
      <p:sp>
        <p:nvSpPr>
          <p:cNvPr id="9" name="PlaceHolder 8"/>
          <p:cNvSpPr>
            <a:spLocks noGrp="1"/>
          </p:cNvSpPr>
          <p:nvPr>
            <p:ph type="dt" idx="3"/>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02E328F4-F1F4-44DA-B343-CB981A9DCDD2}" type="slidenum">
              <a:t>&lt;#&gt;</a:t>
            </a:fld>
          </a:p>
        </p:txBody>
      </p:sp>
      <p:sp>
        <p:nvSpPr>
          <p:cNvPr id="11" name="PlaceHolder 10"/>
          <p:cNvSpPr>
            <a:spLocks noGrp="1"/>
          </p:cNvSpPr>
          <p:nvPr>
            <p:ph type="dt" idx="3"/>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EDBAF9ED-A855-449F-AA94-3AF1216E493C}" type="slidenum">
              <a:rPr b="0" lang="en-US" sz="1200" spc="-1" strike="noStrike">
                <a:solidFill>
                  <a:srgbClr val="8b8b8b"/>
                </a:solidFill>
                <a:latin typeface="Calibri"/>
              </a:rPr>
              <a:t>&lt;number&gt;</a:t>
            </a:fld>
            <a:endParaRPr b="0" lang="en-HK"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1" lang="en-US" sz="4400" spc="-1" strike="noStrike">
                <a:solidFill>
                  <a:srgbClr val="000000"/>
                </a:solidFill>
                <a:latin typeface="Times New Roman"/>
              </a:rPr>
              <a:t>The History of Art</a:t>
            </a:r>
            <a:endParaRPr b="0" lang="en-HK"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Font typeface="Symbol" charset="2"/>
              <a:buChar char=""/>
            </a:pPr>
            <a:r>
              <a:rPr b="0" i="1" lang="en-US" sz="3200" spc="-1" strike="noStrike">
                <a:solidFill>
                  <a:srgbClr val="000000"/>
                </a:solidFill>
                <a:latin typeface="Arial"/>
              </a:rPr>
              <a:t>Art is a diverse range of human activities in creating visual, auditory or performing artifacts, expressing the author's imaginative, conceptual ideas, or technical skill, intended to be appreciated primarily for their beauty or emotional power.</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2024-02-18T13:51:09Z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