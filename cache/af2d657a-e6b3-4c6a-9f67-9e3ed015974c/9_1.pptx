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61F057-E3A4-4EB6-A83D-E566693AC0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5184A1-AC83-45DC-9E4C-9074750F94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27A419-3687-42BF-899D-EB9444285B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58FE6A-C714-4033-8D20-0864F784B6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235713-555F-4014-AC46-7C8BB67E851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3EEA6E-30AA-4E98-989B-99513E41158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D72B2A-34D7-4A72-BC21-90E8B50690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F0D1D0-BB69-4AFE-823C-D4655763A04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69AE13-79A6-4B7F-A2A2-EC7E10E377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330D4C-9730-45A4-8FE9-DD6D4CE0B6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00E61E-D50C-4042-8F17-51F27EA5DAD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3513F5-50FC-4E0A-BCC8-397059EF18F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1CEFCCE-0A78-4B51-95F3-3C7D2C50D9F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latin typeface="Microsoft JhengHei"/>
              </a:rPr>
              <a:t>Happy Family</a:t>
            </a:r>
            <a:endParaRPr b="0" lang="en-HK" sz="1800" spc="-1" strike="noStrike">
              <a:latin typeface="Microsoft JhengHe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2025-11-17T16:52:20Z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