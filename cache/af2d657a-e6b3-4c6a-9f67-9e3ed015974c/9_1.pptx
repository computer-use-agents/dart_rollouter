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CD50248-69B1-49EB-ACD2-461E6B8035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B7EB2AB-FF58-41B7-AA19-4E792DAC5A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6B895C-C166-4689-8E7F-DFE0AAF694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B7B0F7A-5502-40AF-A0F5-86FFB832B7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D6BF316-BF19-461C-8204-119E9588DF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8E43133-F95C-44D0-9772-6604DCC025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08BCF2-0A91-480F-A45B-D1D3B3139B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B90056-AB5D-4108-91DE-8F7A490E83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D049895-5366-40E3-B8F5-8D2A7E6C9E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347692B-AF1E-4704-BD02-4DA4A9314E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BABD9F4-5308-4332-9BC3-D7DEC837B3C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BF3AB1-6DD9-4D82-8BFD-4ADD19B381F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F38B398-FFBB-4D8A-A441-D1D904B489A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 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latin typeface="Microsoft JhengHei"/>
              </a:rPr>
              <a:t>Happy Family</a:t>
            </a:r>
            <a:endParaRPr b="0" lang="en-HK" sz="1800" spc="-1" strike="noStrike">
              <a:latin typeface="Microsoft JhengHe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2025-11-19T23:11:26Z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